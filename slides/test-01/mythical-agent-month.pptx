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6" r:id="rId4"/>
  </p:sldMasterIdLst>
  <p:notesMasterIdLst>
    <p:notesMasterId r:id="rId5"/>
  </p:notesMasterIdLst>
  <p:sldIdLst>
    <p:sldId id="256" r:id="rId6"/>
    <p:sldId id="258" r:id="rId8"/>
    <p:sldId id="257" r:id="rId7"/>
    <p:sldId id="261" r:id="rId20"/>
    <p:sldId id="262" r:id="rId19"/>
    <p:sldId id="259" r:id="rId9"/>
    <p:sldId id="263" r:id="rId21"/>
    <p:sldId id="260" r:id="rId10"/>
  </p:sldIdLst>
  <p:sldSz cy="5143500" cx="9144000"/>
  <p:notesSz cx="6858000" cy="9144000"/>
  <p:embeddedFontLst>
    <p:embeddedFont>
      <p:font typeface="Optimist"/>
      <p:regular r:id="rId11"/>
      <p:bold r:id="rId12"/>
      <p:italic r:id="rId13"/>
      <p:boldItalic r:id="rId14"/>
    </p:embeddedFont>
    <p:embeddedFont>
      <p:font typeface="Optimist Light"/>
      <p:regular r:id="rId15"/>
      <p:bold r:id="rId16"/>
      <p:italic r:id="rId17"/>
      <p:boldItalic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Relationships xmlns="http://schemas.openxmlformats.org/package/2006/relationships"><Relationship Id="rId11" Type="http://schemas.openxmlformats.org/officeDocument/2006/relationships/font" Target="fonts/Optimist-regular.fntdata"/><Relationship Id="rId10" Type="http://schemas.openxmlformats.org/officeDocument/2006/relationships/slide" Target="slides/slide5.xml"/><Relationship Id="rId13" Type="http://schemas.openxmlformats.org/officeDocument/2006/relationships/font" Target="fonts/Optimist-italic.fntdata"/><Relationship Id="rId12" Type="http://schemas.openxmlformats.org/officeDocument/2006/relationships/font" Target="fonts/Optimist-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OptimistLight-regular.fntdata"/><Relationship Id="rId14" Type="http://schemas.openxmlformats.org/officeDocument/2006/relationships/font" Target="fonts/Optimist-boldItalic.fntdata"/><Relationship Id="rId17" Type="http://schemas.openxmlformats.org/officeDocument/2006/relationships/font" Target="fonts/OptimistLight-italic.fntdata"/><Relationship Id="rId16" Type="http://schemas.openxmlformats.org/officeDocument/2006/relationships/font" Target="fonts/OptimistLight-bold.fntdata"/><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OptimistLight-boldItalic.fntdata"/><Relationship Id="rId7" Type="http://schemas.openxmlformats.org/officeDocument/2006/relationships/slide" Target="slides/slide2.xml"/><Relationship Id="rId8" Type="http://schemas.openxmlformats.org/officeDocument/2006/relationships/slide" Target="slides/slide3.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c8ac0034c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3c8ac0034ce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c9b463cec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c9b463cec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c9b463cec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c9b463cec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c9b463cec5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c9b463cec5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c9b463cec5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c9b463cec5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solidFill>
          <a:schemeClr val="lt1"/>
        </a:solidFill>
      </p:bgPr>
    </p:bg>
    <p:spTree>
      <p:nvGrpSpPr>
        <p:cNvPr id="10" name="Shape 10"/>
        <p:cNvGrpSpPr/>
        <p:nvPr/>
      </p:nvGrpSpPr>
      <p:grpSpPr>
        <a:xfrm>
          <a:off x="0" y="0"/>
          <a:ext cx="0" cy="0"/>
          <a:chOff x="0" y="0"/>
          <a:chExt cx="0" cy="0"/>
        </a:xfrm>
      </p:grpSpPr>
      <p:sp>
        <p:nvSpPr>
          <p:cNvPr id="11" name="Google Shape;11;p2"/>
          <p:cNvSpPr txBox="1"/>
          <p:nvPr>
            <p:ph type="ctrTitle"/>
          </p:nvPr>
        </p:nvSpPr>
        <p:spPr>
          <a:xfrm>
            <a:off x="266700" y="2569577"/>
            <a:ext cx="8610600" cy="1661400"/>
          </a:xfrm>
          <a:prstGeom prst="rect">
            <a:avLst/>
          </a:prstGeom>
          <a:noFill/>
          <a:ln>
            <a:noFill/>
          </a:ln>
        </p:spPr>
        <p:txBody>
          <a:bodyPr anchorCtr="0" anchor="t" bIns="34275" lIns="68575" spcFirstLastPara="1" rIns="68575" wrap="square" tIns="34275">
            <a:noAutofit/>
          </a:bodyPr>
          <a:lstStyle>
            <a:lvl1pPr lvl="0" marR="0" algn="ctr">
              <a:lnSpc>
                <a:spcPct val="100000"/>
              </a:lnSpc>
              <a:spcBef>
                <a:spcPts val="0"/>
              </a:spcBef>
              <a:spcAft>
                <a:spcPts val="0"/>
              </a:spcAft>
              <a:buClr>
                <a:schemeClr val="accent2"/>
              </a:buClr>
              <a:buSzPts val="2100"/>
              <a:buFont typeface="Arial"/>
              <a:buNone/>
              <a:defRPr b="1" i="0" sz="2100" u="none" cap="none" strike="noStrike">
                <a:solidFill>
                  <a:schemeClr val="accent2"/>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12" name="Google Shape;12;p2"/>
          <p:cNvSpPr txBox="1"/>
          <p:nvPr>
            <p:ph idx="1" type="subTitle"/>
          </p:nvPr>
        </p:nvSpPr>
        <p:spPr>
          <a:xfrm>
            <a:off x="1" y="4400550"/>
            <a:ext cx="4200600" cy="742800"/>
          </a:xfrm>
          <a:prstGeom prst="rect">
            <a:avLst/>
          </a:prstGeom>
          <a:noFill/>
          <a:ln>
            <a:noFill/>
          </a:ln>
        </p:spPr>
        <p:txBody>
          <a:bodyPr anchorCtr="0" anchor="ctr" bIns="34275" lIns="68575" spcFirstLastPara="1" rIns="68575" wrap="square" tIns="34275">
            <a:noAutofit/>
          </a:bodyPr>
          <a:lstStyle>
            <a:lvl1pPr lvl="0" marR="0" algn="l">
              <a:lnSpc>
                <a:spcPct val="90000"/>
              </a:lnSpc>
              <a:spcBef>
                <a:spcPts val="80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lvl="1"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lvl="2" marR="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lvl="3" marR="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lvl="4" marR="0" algn="l">
              <a:lnSpc>
                <a:spcPct val="90000"/>
              </a:lnSpc>
              <a:spcBef>
                <a:spcPts val="5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lvl="5"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lvl="6"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lvl="7"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lvl="8" marR="0" algn="l">
              <a:lnSpc>
                <a:spcPct val="90000"/>
              </a:lnSpc>
              <a:spcBef>
                <a:spcPts val="500"/>
              </a:spcBef>
              <a:spcAft>
                <a:spcPts val="50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pic>
        <p:nvPicPr>
          <p:cNvPr id="13" name="Google Shape;13;p2"/>
          <p:cNvPicPr preferRelativeResize="0"/>
          <p:nvPr/>
        </p:nvPicPr>
        <p:blipFill rotWithShape="1">
          <a:blip r:embed="rId2">
            <a:alphaModFix/>
          </a:blip>
          <a:srcRect b="0" l="0" r="-1235" t="-12498"/>
          <a:stretch/>
        </p:blipFill>
        <p:spPr>
          <a:xfrm>
            <a:off x="2566392" y="569738"/>
            <a:ext cx="4025505" cy="160562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1">
  <p:cSld name="2_Custom Layout_1">
    <p:spTree>
      <p:nvGrpSpPr>
        <p:cNvPr id="14" name="Shape 14"/>
        <p:cNvGrpSpPr/>
        <p:nvPr/>
      </p:nvGrpSpPr>
      <p:grpSpPr>
        <a:xfrm>
          <a:off x="0" y="0"/>
          <a:ext cx="0" cy="0"/>
          <a:chOff x="0" y="0"/>
          <a:chExt cx="0" cy="0"/>
        </a:xfrm>
      </p:grpSpPr>
      <p:sp>
        <p:nvSpPr>
          <p:cNvPr id="15" name="Google Shape;15;p3"/>
          <p:cNvSpPr txBox="1"/>
          <p:nvPr>
            <p:ph type="title"/>
          </p:nvPr>
        </p:nvSpPr>
        <p:spPr>
          <a:xfrm>
            <a:off x="0" y="1"/>
            <a:ext cx="9144000" cy="504900"/>
          </a:xfrm>
          <a:prstGeom prst="rect">
            <a:avLst/>
          </a:prstGeom>
          <a:noFill/>
          <a:ln>
            <a:noFill/>
          </a:ln>
        </p:spPr>
        <p:txBody>
          <a:bodyPr anchorCtr="0" anchor="t" bIns="25700" lIns="51450" spcFirstLastPara="1" rIns="51450" wrap="square" tIns="25700">
            <a:noAutofit/>
          </a:bodyPr>
          <a:lstStyle>
            <a:lvl1pPr lvl="0" marR="0" algn="l">
              <a:lnSpc>
                <a:spcPct val="100000"/>
              </a:lnSpc>
              <a:spcBef>
                <a:spcPts val="0"/>
              </a:spcBef>
              <a:spcAft>
                <a:spcPts val="0"/>
              </a:spcAft>
              <a:buClr>
                <a:schemeClr val="accent2"/>
              </a:buClr>
              <a:buSzPts val="1400"/>
              <a:buFont typeface="Arial"/>
              <a:buNone/>
              <a:defRPr b="1" i="0" sz="1800" u="none" cap="none" strike="noStrike">
                <a:solidFill>
                  <a:schemeClr val="accent2"/>
                </a:solidFill>
                <a:latin typeface="Arial"/>
                <a:ea typeface="Arial"/>
                <a:cs typeface="Arial"/>
                <a:sym typeface="Arial"/>
              </a:defRPr>
            </a:lvl1pPr>
            <a:lvl2pPr lvl="1">
              <a:spcBef>
                <a:spcPts val="0"/>
              </a:spcBef>
              <a:spcAft>
                <a:spcPts val="0"/>
              </a:spcAft>
              <a:buSzPts val="800"/>
              <a:buNone/>
              <a:defRPr sz="1400"/>
            </a:lvl2pPr>
            <a:lvl3pPr lvl="2">
              <a:spcBef>
                <a:spcPts val="0"/>
              </a:spcBef>
              <a:spcAft>
                <a:spcPts val="0"/>
              </a:spcAft>
              <a:buSzPts val="800"/>
              <a:buNone/>
              <a:defRPr sz="1400"/>
            </a:lvl3pPr>
            <a:lvl4pPr lvl="3">
              <a:spcBef>
                <a:spcPts val="0"/>
              </a:spcBef>
              <a:spcAft>
                <a:spcPts val="0"/>
              </a:spcAft>
              <a:buSzPts val="800"/>
              <a:buNone/>
              <a:defRPr sz="1400"/>
            </a:lvl4pPr>
            <a:lvl5pPr lvl="4">
              <a:spcBef>
                <a:spcPts val="0"/>
              </a:spcBef>
              <a:spcAft>
                <a:spcPts val="0"/>
              </a:spcAft>
              <a:buSzPts val="800"/>
              <a:buNone/>
              <a:defRPr sz="1400"/>
            </a:lvl5pPr>
            <a:lvl6pPr lvl="5">
              <a:spcBef>
                <a:spcPts val="0"/>
              </a:spcBef>
              <a:spcAft>
                <a:spcPts val="0"/>
              </a:spcAft>
              <a:buSzPts val="800"/>
              <a:buNone/>
              <a:defRPr sz="1400"/>
            </a:lvl6pPr>
            <a:lvl7pPr lvl="6">
              <a:spcBef>
                <a:spcPts val="0"/>
              </a:spcBef>
              <a:spcAft>
                <a:spcPts val="0"/>
              </a:spcAft>
              <a:buSzPts val="800"/>
              <a:buNone/>
              <a:defRPr sz="1400"/>
            </a:lvl7pPr>
            <a:lvl8pPr lvl="7">
              <a:spcBef>
                <a:spcPts val="0"/>
              </a:spcBef>
              <a:spcAft>
                <a:spcPts val="0"/>
              </a:spcAft>
              <a:buSzPts val="800"/>
              <a:buNone/>
              <a:defRPr sz="1400"/>
            </a:lvl8pPr>
            <a:lvl9pPr lvl="8">
              <a:spcBef>
                <a:spcPts val="0"/>
              </a:spcBef>
              <a:spcAft>
                <a:spcPts val="0"/>
              </a:spcAft>
              <a:buSzPts val="800"/>
              <a:buNone/>
              <a:defRPr sz="1400"/>
            </a:lvl9pPr>
          </a:lstStyle>
          <a:p/>
        </p:txBody>
      </p:sp>
      <p:sp>
        <p:nvSpPr>
          <p:cNvPr id="16" name="Google Shape;16;p3"/>
          <p:cNvSpPr txBox="1"/>
          <p:nvPr>
            <p:ph idx="1" type="body"/>
          </p:nvPr>
        </p:nvSpPr>
        <p:spPr>
          <a:xfrm>
            <a:off x="457200" y="1200151"/>
            <a:ext cx="8229600" cy="3394500"/>
          </a:xfrm>
          <a:prstGeom prst="rect">
            <a:avLst/>
          </a:prstGeom>
          <a:noFill/>
          <a:ln>
            <a:noFill/>
          </a:ln>
        </p:spPr>
        <p:txBody>
          <a:bodyPr anchorCtr="0" anchor="t" bIns="25700" lIns="51450" spcFirstLastPara="1" rIns="51450" wrap="square" tIns="25700">
            <a:noAutofit/>
          </a:bodyPr>
          <a:lstStyle>
            <a:lvl1pPr indent="-298450" lvl="0" marL="457200" marR="0" algn="l">
              <a:lnSpc>
                <a:spcPct val="90000"/>
              </a:lnSpc>
              <a:spcBef>
                <a:spcPts val="800"/>
              </a:spcBef>
              <a:spcAft>
                <a:spcPts val="0"/>
              </a:spcAft>
              <a:buClr>
                <a:schemeClr val="dk1"/>
              </a:buClr>
              <a:buSzPts val="1100"/>
              <a:buFont typeface="Arial"/>
              <a:buChar char="•"/>
              <a:defRPr b="0" i="0" sz="1500" u="none" cap="none" strike="noStrike">
                <a:solidFill>
                  <a:schemeClr val="dk1"/>
                </a:solidFill>
                <a:latin typeface="Arial"/>
                <a:ea typeface="Arial"/>
                <a:cs typeface="Arial"/>
                <a:sym typeface="Arial"/>
              </a:defRPr>
            </a:lvl1pPr>
            <a:lvl2pPr indent="-298450" lvl="1" marL="9144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Arial"/>
                <a:ea typeface="Arial"/>
                <a:cs typeface="Arial"/>
                <a:sym typeface="Arial"/>
              </a:defRPr>
            </a:lvl2pPr>
            <a:lvl3pPr indent="-285750" lvl="2" marL="1371600" marR="0" algn="l">
              <a:lnSpc>
                <a:spcPct val="90000"/>
              </a:lnSpc>
              <a:spcBef>
                <a:spcPts val="400"/>
              </a:spcBef>
              <a:spcAft>
                <a:spcPts val="0"/>
              </a:spcAft>
              <a:buClr>
                <a:schemeClr val="dk1"/>
              </a:buClr>
              <a:buSzPts val="900"/>
              <a:buFont typeface="Arial"/>
              <a:buChar char="•"/>
              <a:defRPr b="0" i="0" sz="1200" u="none" cap="none" strike="noStrike">
                <a:solidFill>
                  <a:schemeClr val="dk1"/>
                </a:solidFill>
                <a:latin typeface="Arial"/>
                <a:ea typeface="Arial"/>
                <a:cs typeface="Arial"/>
                <a:sym typeface="Arial"/>
              </a:defRPr>
            </a:lvl3pPr>
            <a:lvl4pPr indent="-279400" lvl="3" marL="1828800" marR="0" algn="l">
              <a:lnSpc>
                <a:spcPct val="90000"/>
              </a:lnSpc>
              <a:spcBef>
                <a:spcPts val="400"/>
              </a:spcBef>
              <a:spcAft>
                <a:spcPts val="0"/>
              </a:spcAft>
              <a:buClr>
                <a:schemeClr val="dk1"/>
              </a:buClr>
              <a:buSzPts val="800"/>
              <a:buFont typeface="Arial"/>
              <a:buChar char="•"/>
              <a:defRPr b="0" i="0" sz="1100" u="none" cap="none" strike="noStrike">
                <a:solidFill>
                  <a:schemeClr val="dk1"/>
                </a:solidFill>
                <a:latin typeface="Arial"/>
                <a:ea typeface="Arial"/>
                <a:cs typeface="Arial"/>
                <a:sym typeface="Arial"/>
              </a:defRPr>
            </a:lvl4pPr>
            <a:lvl5pPr indent="-273050" lvl="4" marL="2286000" marR="0" algn="l">
              <a:lnSpc>
                <a:spcPct val="90000"/>
              </a:lnSpc>
              <a:spcBef>
                <a:spcPts val="400"/>
              </a:spcBef>
              <a:spcAft>
                <a:spcPts val="0"/>
              </a:spcAft>
              <a:buClr>
                <a:schemeClr val="dk1"/>
              </a:buClr>
              <a:buSzPts val="700"/>
              <a:buFont typeface="Arial"/>
              <a:buChar char="•"/>
              <a:defRPr b="0" i="0" sz="900" u="none" cap="none" strike="noStrike">
                <a:solidFill>
                  <a:schemeClr val="dk1"/>
                </a:solidFill>
                <a:latin typeface="Arial"/>
                <a:ea typeface="Arial"/>
                <a:cs typeface="Arial"/>
                <a:sym typeface="Arial"/>
              </a:defRPr>
            </a:lvl5pPr>
            <a:lvl6pPr indent="-298450" lvl="5" marL="27432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Arial"/>
                <a:ea typeface="Arial"/>
                <a:cs typeface="Arial"/>
                <a:sym typeface="Arial"/>
              </a:defRPr>
            </a:lvl6pPr>
            <a:lvl7pPr indent="-298450" lvl="6" marL="32004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Arial"/>
                <a:ea typeface="Arial"/>
                <a:cs typeface="Arial"/>
                <a:sym typeface="Arial"/>
              </a:defRPr>
            </a:lvl7pPr>
            <a:lvl8pPr indent="-298450" lvl="7" marL="36576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Arial"/>
                <a:ea typeface="Arial"/>
                <a:cs typeface="Arial"/>
                <a:sym typeface="Arial"/>
              </a:defRPr>
            </a:lvl8pPr>
            <a:lvl9pPr indent="-298450" lvl="8" marL="41148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Arial"/>
                <a:ea typeface="Arial"/>
                <a:cs typeface="Arial"/>
                <a:sym typeface="Arial"/>
              </a:defRPr>
            </a:lvl9pPr>
          </a:lstStyle>
          <a:p/>
        </p:txBody>
      </p:sp>
      <p:sp>
        <p:nvSpPr>
          <p:cNvPr id="17" name="Google Shape;17;p3"/>
          <p:cNvSpPr txBox="1"/>
          <p:nvPr>
            <p:ph idx="2" type="body"/>
          </p:nvPr>
        </p:nvSpPr>
        <p:spPr>
          <a:xfrm>
            <a:off x="85726" y="4869291"/>
            <a:ext cx="8696400" cy="161700"/>
          </a:xfrm>
          <a:prstGeom prst="rect">
            <a:avLst/>
          </a:prstGeom>
          <a:noFill/>
          <a:ln>
            <a:noFill/>
          </a:ln>
        </p:spPr>
        <p:txBody>
          <a:bodyPr anchorCtr="0" anchor="b" bIns="25700" lIns="51450" spcFirstLastPara="1" rIns="51450" wrap="square" tIns="25700">
            <a:noAutofit/>
          </a:bodyPr>
          <a:lstStyle>
            <a:lvl1pPr indent="-228600" lvl="0" marL="457200" marR="0" algn="l">
              <a:lnSpc>
                <a:spcPct val="100000"/>
              </a:lnSpc>
              <a:spcBef>
                <a:spcPts val="0"/>
              </a:spcBef>
              <a:spcAft>
                <a:spcPts val="0"/>
              </a:spcAft>
              <a:buClr>
                <a:schemeClr val="dk1"/>
              </a:buClr>
              <a:buSzPts val="500"/>
              <a:buFont typeface="Arial"/>
              <a:buNone/>
              <a:defRPr b="0" i="0" sz="600" u="none" cap="none" strike="noStrike">
                <a:solidFill>
                  <a:schemeClr val="dk1"/>
                </a:solidFill>
                <a:latin typeface="Arial"/>
                <a:ea typeface="Arial"/>
                <a:cs typeface="Arial"/>
                <a:sym typeface="Arial"/>
              </a:defRPr>
            </a:lvl1pPr>
            <a:lvl2pPr indent="-298450" lvl="1" marL="9144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Arial"/>
                <a:ea typeface="Arial"/>
                <a:cs typeface="Arial"/>
                <a:sym typeface="Arial"/>
              </a:defRPr>
            </a:lvl2pPr>
            <a:lvl3pPr indent="-285750" lvl="2" marL="1371600" marR="0" algn="l">
              <a:lnSpc>
                <a:spcPct val="90000"/>
              </a:lnSpc>
              <a:spcBef>
                <a:spcPts val="400"/>
              </a:spcBef>
              <a:spcAft>
                <a:spcPts val="0"/>
              </a:spcAft>
              <a:buClr>
                <a:schemeClr val="dk1"/>
              </a:buClr>
              <a:buSzPts val="900"/>
              <a:buFont typeface="Arial"/>
              <a:buChar char="•"/>
              <a:defRPr b="0" i="0" sz="1200" u="none" cap="none" strike="noStrike">
                <a:solidFill>
                  <a:schemeClr val="dk1"/>
                </a:solidFill>
                <a:latin typeface="Arial"/>
                <a:ea typeface="Arial"/>
                <a:cs typeface="Arial"/>
                <a:sym typeface="Arial"/>
              </a:defRPr>
            </a:lvl3pPr>
            <a:lvl4pPr indent="-279400" lvl="3" marL="1828800" marR="0" algn="l">
              <a:lnSpc>
                <a:spcPct val="90000"/>
              </a:lnSpc>
              <a:spcBef>
                <a:spcPts val="400"/>
              </a:spcBef>
              <a:spcAft>
                <a:spcPts val="0"/>
              </a:spcAft>
              <a:buClr>
                <a:schemeClr val="dk1"/>
              </a:buClr>
              <a:buSzPts val="800"/>
              <a:buFont typeface="Arial"/>
              <a:buChar char="•"/>
              <a:defRPr b="0" i="0" sz="1100" u="none" cap="none" strike="noStrike">
                <a:solidFill>
                  <a:schemeClr val="dk1"/>
                </a:solidFill>
                <a:latin typeface="Arial"/>
                <a:ea typeface="Arial"/>
                <a:cs typeface="Arial"/>
                <a:sym typeface="Arial"/>
              </a:defRPr>
            </a:lvl4pPr>
            <a:lvl5pPr indent="-273050" lvl="4" marL="2286000" marR="0" algn="l">
              <a:lnSpc>
                <a:spcPct val="90000"/>
              </a:lnSpc>
              <a:spcBef>
                <a:spcPts val="400"/>
              </a:spcBef>
              <a:spcAft>
                <a:spcPts val="0"/>
              </a:spcAft>
              <a:buClr>
                <a:schemeClr val="dk1"/>
              </a:buClr>
              <a:buSzPts val="700"/>
              <a:buFont typeface="Arial"/>
              <a:buChar char="•"/>
              <a:defRPr b="0" i="0" sz="900" u="none" cap="none" strike="noStrike">
                <a:solidFill>
                  <a:schemeClr val="dk1"/>
                </a:solidFill>
                <a:latin typeface="Arial"/>
                <a:ea typeface="Arial"/>
                <a:cs typeface="Arial"/>
                <a:sym typeface="Arial"/>
              </a:defRPr>
            </a:lvl5pPr>
            <a:lvl6pPr indent="-298450" lvl="5" marL="27432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Arial"/>
                <a:ea typeface="Arial"/>
                <a:cs typeface="Arial"/>
                <a:sym typeface="Arial"/>
              </a:defRPr>
            </a:lvl6pPr>
            <a:lvl7pPr indent="-298450" lvl="6" marL="32004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Arial"/>
                <a:ea typeface="Arial"/>
                <a:cs typeface="Arial"/>
                <a:sym typeface="Arial"/>
              </a:defRPr>
            </a:lvl7pPr>
            <a:lvl8pPr indent="-298450" lvl="7" marL="36576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Arial"/>
                <a:ea typeface="Arial"/>
                <a:cs typeface="Arial"/>
                <a:sym typeface="Arial"/>
              </a:defRPr>
            </a:lvl8pPr>
            <a:lvl9pPr indent="-298450" lvl="8" marL="4114800" marR="0" algn="l">
              <a:lnSpc>
                <a:spcPct val="90000"/>
              </a:lnSpc>
              <a:spcBef>
                <a:spcPts val="400"/>
              </a:spcBef>
              <a:spcAft>
                <a:spcPts val="0"/>
              </a:spcAft>
              <a:buClr>
                <a:schemeClr val="dk1"/>
              </a:buClr>
              <a:buSzPts val="1100"/>
              <a:buFont typeface="Arial"/>
              <a:buChar char="•"/>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p:cSld name="1_Custom Layout">
    <p:spTree>
      <p:nvGrpSpPr>
        <p:cNvPr id="18" name="Shape 18"/>
        <p:cNvGrpSpPr/>
        <p:nvPr/>
      </p:nvGrpSpPr>
      <p:grpSpPr>
        <a:xfrm>
          <a:off x="0" y="0"/>
          <a:ext cx="0" cy="0"/>
          <a:chOff x="0" y="0"/>
          <a:chExt cx="0" cy="0"/>
        </a:xfrm>
      </p:grpSpPr>
      <p:sp>
        <p:nvSpPr>
          <p:cNvPr id="19" name="Google Shape;19;p4"/>
          <p:cNvSpPr txBox="1"/>
          <p:nvPr>
            <p:ph type="title"/>
          </p:nvPr>
        </p:nvSpPr>
        <p:spPr>
          <a:xfrm>
            <a:off x="0" y="1"/>
            <a:ext cx="9144000" cy="504900"/>
          </a:xfrm>
          <a:prstGeom prst="rect">
            <a:avLst/>
          </a:prstGeom>
          <a:noFill/>
          <a:ln>
            <a:noFill/>
          </a:ln>
        </p:spPr>
        <p:txBody>
          <a:bodyPr anchorCtr="0" anchor="t" bIns="34275" lIns="68575" spcFirstLastPara="1" rIns="68575" wrap="square" tIns="34275">
            <a:noAutofit/>
          </a:bodyPr>
          <a:lstStyle>
            <a:lvl1pPr lvl="0" marR="0" algn="l">
              <a:lnSpc>
                <a:spcPct val="100000"/>
              </a:lnSpc>
              <a:spcBef>
                <a:spcPts val="0"/>
              </a:spcBef>
              <a:spcAft>
                <a:spcPts val="0"/>
              </a:spcAft>
              <a:buClr>
                <a:schemeClr val="accent2"/>
              </a:buClr>
              <a:buSzPts val="1800"/>
              <a:buFont typeface="Arial"/>
              <a:buNone/>
              <a:defRPr b="1" i="0" sz="1800" u="none" cap="none" strike="noStrike">
                <a:solidFill>
                  <a:schemeClr val="accent2"/>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20" name="Google Shape;20;p4"/>
          <p:cNvSpPr txBox="1"/>
          <p:nvPr>
            <p:ph idx="1" type="body"/>
          </p:nvPr>
        </p:nvSpPr>
        <p:spPr>
          <a:xfrm>
            <a:off x="457200" y="1200151"/>
            <a:ext cx="8229600" cy="3394500"/>
          </a:xfrm>
          <a:prstGeom prst="rect">
            <a:avLst/>
          </a:prstGeom>
          <a:noFill/>
          <a:ln>
            <a:noFill/>
          </a:ln>
        </p:spPr>
        <p:txBody>
          <a:bodyPr anchorCtr="0" anchor="t" bIns="34275" lIns="68575" spcFirstLastPara="1" rIns="68575" wrap="square" tIns="34275">
            <a:noAutofit/>
          </a:bodyPr>
          <a:lstStyle>
            <a:lvl1pPr indent="-323850" lvl="0" marL="457200" marR="0" algn="l">
              <a:lnSpc>
                <a:spcPct val="100000"/>
              </a:lnSpc>
              <a:spcBef>
                <a:spcPts val="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1pPr>
            <a:lvl2pPr indent="-317500" lvl="1" marL="914400"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85750" lvl="4" marL="2286000" marR="0" algn="l">
              <a:lnSpc>
                <a:spcPct val="90000"/>
              </a:lnSpc>
              <a:spcBef>
                <a:spcPts val="5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317500" lvl="5" marL="2743200"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500"/>
              </a:spcBef>
              <a:spcAft>
                <a:spcPts val="50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21" name="Google Shape;21;p4"/>
          <p:cNvSpPr txBox="1"/>
          <p:nvPr>
            <p:ph idx="2" type="body"/>
          </p:nvPr>
        </p:nvSpPr>
        <p:spPr>
          <a:xfrm>
            <a:off x="85726" y="4869291"/>
            <a:ext cx="8696400" cy="161700"/>
          </a:xfrm>
          <a:prstGeom prst="rect">
            <a:avLst/>
          </a:prstGeom>
          <a:noFill/>
          <a:ln>
            <a:noFill/>
          </a:ln>
        </p:spPr>
        <p:txBody>
          <a:bodyPr anchorCtr="0" anchor="b" bIns="34275" lIns="68575" spcFirstLastPara="1" rIns="68575" wrap="square" tIns="34275">
            <a:noAutofit/>
          </a:bodyPr>
          <a:lstStyle>
            <a:lvl1pPr indent="-228600" lvl="0" marL="457200" marR="0" algn="l">
              <a:lnSpc>
                <a:spcPct val="100000"/>
              </a:lnSpc>
              <a:spcBef>
                <a:spcPts val="0"/>
              </a:spcBef>
              <a:spcAft>
                <a:spcPts val="0"/>
              </a:spcAft>
              <a:buClr>
                <a:schemeClr val="dk1"/>
              </a:buClr>
              <a:buSzPts val="600"/>
              <a:buFont typeface="Arial"/>
              <a:buNone/>
              <a:defRPr b="0" i="0" sz="600" u="none" cap="none" strike="noStrike">
                <a:solidFill>
                  <a:schemeClr val="dk1"/>
                </a:solidFill>
                <a:latin typeface="Arial"/>
                <a:ea typeface="Arial"/>
                <a:cs typeface="Arial"/>
                <a:sym typeface="Arial"/>
              </a:defRPr>
            </a:lvl1pPr>
            <a:lvl2pPr indent="-317500" lvl="1" marL="914400"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85750" lvl="4" marL="2286000" marR="0" algn="l">
              <a:lnSpc>
                <a:spcPct val="90000"/>
              </a:lnSpc>
              <a:spcBef>
                <a:spcPts val="5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317500" lvl="5" marL="2743200"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500"/>
              </a:spcBef>
              <a:spcAft>
                <a:spcPts val="50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5"/>
          <p:cNvSpPr txBox="1"/>
          <p:nvPr>
            <p:ph type="title"/>
          </p:nvPr>
        </p:nvSpPr>
        <p:spPr>
          <a:xfrm>
            <a:off x="0" y="1"/>
            <a:ext cx="9144000" cy="504900"/>
          </a:xfrm>
          <a:prstGeom prst="rect">
            <a:avLst/>
          </a:prstGeom>
          <a:noFill/>
          <a:ln>
            <a:noFill/>
          </a:ln>
        </p:spPr>
        <p:txBody>
          <a:bodyPr anchorCtr="0" anchor="t" bIns="34275" lIns="68575" spcFirstLastPara="1" rIns="68575" wrap="square" tIns="34275">
            <a:noAutofit/>
          </a:bodyPr>
          <a:lstStyle>
            <a:lvl1pPr lvl="0" marR="0" algn="l">
              <a:lnSpc>
                <a:spcPct val="100000"/>
              </a:lnSpc>
              <a:spcBef>
                <a:spcPts val="0"/>
              </a:spcBef>
              <a:spcAft>
                <a:spcPts val="0"/>
              </a:spcAft>
              <a:buClr>
                <a:schemeClr val="accent2"/>
              </a:buClr>
              <a:buSzPts val="1800"/>
              <a:buFont typeface="Arial"/>
              <a:buNone/>
              <a:defRPr b="1" i="0" sz="1800" u="none" cap="none" strike="noStrike">
                <a:solidFill>
                  <a:schemeClr val="accent2"/>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24" name="Google Shape;24;p5"/>
          <p:cNvSpPr txBox="1"/>
          <p:nvPr>
            <p:ph idx="1" type="body"/>
          </p:nvPr>
        </p:nvSpPr>
        <p:spPr>
          <a:xfrm>
            <a:off x="628650" y="1160396"/>
            <a:ext cx="7886700" cy="3263400"/>
          </a:xfrm>
          <a:prstGeom prst="rect">
            <a:avLst/>
          </a:prstGeom>
          <a:noFill/>
          <a:ln>
            <a:noFill/>
          </a:ln>
        </p:spPr>
        <p:txBody>
          <a:bodyPr anchorCtr="0" anchor="t" bIns="34275" lIns="68575" spcFirstLastPara="1" rIns="68575" wrap="square" tIns="34275">
            <a:noAutofit/>
          </a:bodyPr>
          <a:lstStyle>
            <a:lvl1pPr indent="-323850" lvl="0" marL="457200" marR="0" algn="l">
              <a:lnSpc>
                <a:spcPct val="90000"/>
              </a:lnSpc>
              <a:spcBef>
                <a:spcPts val="8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1pPr>
            <a:lvl2pPr indent="-317500" lvl="1" marL="914400"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algn="l">
              <a:lnSpc>
                <a:spcPct val="90000"/>
              </a:lnSpc>
              <a:spcBef>
                <a:spcPts val="5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algn="l">
              <a:lnSpc>
                <a:spcPct val="90000"/>
              </a:lnSpc>
              <a:spcBef>
                <a:spcPts val="500"/>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85750" lvl="4" marL="2286000" marR="0" algn="l">
              <a:lnSpc>
                <a:spcPct val="90000"/>
              </a:lnSpc>
              <a:spcBef>
                <a:spcPts val="5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5pPr>
            <a:lvl6pPr indent="-317500" lvl="5" marL="2743200"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algn="l">
              <a:lnSpc>
                <a:spcPct val="90000"/>
              </a:lnSpc>
              <a:spcBef>
                <a:spcPts val="5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algn="l">
              <a:lnSpc>
                <a:spcPct val="90000"/>
              </a:lnSpc>
              <a:spcBef>
                <a:spcPts val="500"/>
              </a:spcBef>
              <a:spcAft>
                <a:spcPts val="50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2 1 1">
  <p:cSld name="1_Custom Layout_1_13">
    <p:spTree>
      <p:nvGrpSpPr>
        <p:cNvPr id="25" name="Shape 25"/>
        <p:cNvGrpSpPr/>
        <p:nvPr/>
      </p:nvGrpSpPr>
      <p:grpSpPr>
        <a:xfrm>
          <a:off x="0" y="0"/>
          <a:ext cx="0" cy="0"/>
          <a:chOff x="0" y="0"/>
          <a:chExt cx="0" cy="0"/>
        </a:xfrm>
      </p:grpSpPr>
      <p:sp>
        <p:nvSpPr>
          <p:cNvPr id="26" name="Google Shape;26;p6"/>
          <p:cNvSpPr txBox="1"/>
          <p:nvPr>
            <p:ph type="title"/>
          </p:nvPr>
        </p:nvSpPr>
        <p:spPr>
          <a:xfrm>
            <a:off x="0" y="1"/>
            <a:ext cx="9144000" cy="504900"/>
          </a:xfrm>
          <a:prstGeom prst="rect">
            <a:avLst/>
          </a:prstGeom>
          <a:noFill/>
          <a:ln>
            <a:noFill/>
          </a:ln>
        </p:spPr>
        <p:txBody>
          <a:bodyPr anchorCtr="0" anchor="t" bIns="34275" lIns="68575" spcFirstLastPara="1" rIns="68575" wrap="square" tIns="34275">
            <a:noAutofit/>
          </a:bodyPr>
          <a:lstStyle>
            <a:lvl1pPr lvl="0" algn="l">
              <a:lnSpc>
                <a:spcPct val="100000"/>
              </a:lnSpc>
              <a:spcBef>
                <a:spcPts val="0"/>
              </a:spcBef>
              <a:spcAft>
                <a:spcPts val="0"/>
              </a:spcAft>
              <a:buClr>
                <a:schemeClr val="accent2"/>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7" name="Google Shape;27;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_Heavy content C">
  <p:cSld name="CUSTOM_14_1_1">
    <p:spTree>
      <p:nvGrpSpPr>
        <p:cNvPr id="28" name="Shape 28"/>
        <p:cNvGrpSpPr/>
        <p:nvPr/>
      </p:nvGrpSpPr>
      <p:grpSpPr>
        <a:xfrm>
          <a:off x="0" y="0"/>
          <a:ext cx="0" cy="0"/>
          <a:chOff x="0" y="0"/>
          <a:chExt cx="0" cy="0"/>
        </a:xfrm>
      </p:grpSpPr>
      <p:sp>
        <p:nvSpPr>
          <p:cNvPr id="29" name="Google Shape;29;p7"/>
          <p:cNvSpPr txBox="1"/>
          <p:nvPr>
            <p:ph type="title"/>
          </p:nvPr>
        </p:nvSpPr>
        <p:spPr>
          <a:xfrm>
            <a:off x="344025" y="336169"/>
            <a:ext cx="8456100" cy="6447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2100"/>
              <a:buFont typeface="Optimist Light"/>
              <a:buNone/>
              <a:defRPr sz="2100">
                <a:solidFill>
                  <a:schemeClr val="dk1"/>
                </a:solidFill>
                <a:latin typeface="Optimist Light"/>
                <a:ea typeface="Optimist Light"/>
                <a:cs typeface="Optimist Light"/>
                <a:sym typeface="Optimist Light"/>
              </a:defRPr>
            </a:lvl1pPr>
            <a:lvl2pPr lvl="1">
              <a:spcBef>
                <a:spcPts val="0"/>
              </a:spcBef>
              <a:spcAft>
                <a:spcPts val="0"/>
              </a:spcAft>
              <a:buClr>
                <a:schemeClr val="dk1"/>
              </a:buClr>
              <a:buSzPts val="1100"/>
              <a:buNone/>
              <a:defRPr>
                <a:solidFill>
                  <a:schemeClr val="dk1"/>
                </a:solidFill>
              </a:defRPr>
            </a:lvl2pPr>
            <a:lvl3pPr lvl="2">
              <a:spcBef>
                <a:spcPts val="0"/>
              </a:spcBef>
              <a:spcAft>
                <a:spcPts val="0"/>
              </a:spcAft>
              <a:buClr>
                <a:schemeClr val="dk1"/>
              </a:buClr>
              <a:buSzPts val="1100"/>
              <a:buNone/>
              <a:defRPr>
                <a:solidFill>
                  <a:schemeClr val="dk1"/>
                </a:solidFill>
              </a:defRPr>
            </a:lvl3pPr>
            <a:lvl4pPr lvl="3">
              <a:spcBef>
                <a:spcPts val="0"/>
              </a:spcBef>
              <a:spcAft>
                <a:spcPts val="0"/>
              </a:spcAft>
              <a:buClr>
                <a:schemeClr val="dk1"/>
              </a:buClr>
              <a:buSzPts val="1100"/>
              <a:buNone/>
              <a:defRPr>
                <a:solidFill>
                  <a:schemeClr val="dk1"/>
                </a:solidFill>
              </a:defRPr>
            </a:lvl4pPr>
            <a:lvl5pPr lvl="4">
              <a:spcBef>
                <a:spcPts val="0"/>
              </a:spcBef>
              <a:spcAft>
                <a:spcPts val="0"/>
              </a:spcAft>
              <a:buClr>
                <a:schemeClr val="dk1"/>
              </a:buClr>
              <a:buSzPts val="1100"/>
              <a:buNone/>
              <a:defRPr>
                <a:solidFill>
                  <a:schemeClr val="dk1"/>
                </a:solidFill>
              </a:defRPr>
            </a:lvl5pPr>
            <a:lvl6pPr lvl="5">
              <a:spcBef>
                <a:spcPts val="0"/>
              </a:spcBef>
              <a:spcAft>
                <a:spcPts val="0"/>
              </a:spcAft>
              <a:buClr>
                <a:schemeClr val="dk1"/>
              </a:buClr>
              <a:buSzPts val="1100"/>
              <a:buNone/>
              <a:defRPr>
                <a:solidFill>
                  <a:schemeClr val="dk1"/>
                </a:solidFill>
              </a:defRPr>
            </a:lvl6pPr>
            <a:lvl7pPr lvl="6">
              <a:spcBef>
                <a:spcPts val="0"/>
              </a:spcBef>
              <a:spcAft>
                <a:spcPts val="0"/>
              </a:spcAft>
              <a:buClr>
                <a:schemeClr val="dk1"/>
              </a:buClr>
              <a:buSzPts val="1100"/>
              <a:buNone/>
              <a:defRPr>
                <a:solidFill>
                  <a:schemeClr val="dk1"/>
                </a:solidFill>
              </a:defRPr>
            </a:lvl7pPr>
            <a:lvl8pPr lvl="7">
              <a:spcBef>
                <a:spcPts val="0"/>
              </a:spcBef>
              <a:spcAft>
                <a:spcPts val="0"/>
              </a:spcAft>
              <a:buClr>
                <a:schemeClr val="dk1"/>
              </a:buClr>
              <a:buSzPts val="1100"/>
              <a:buNone/>
              <a:defRPr>
                <a:solidFill>
                  <a:schemeClr val="dk1"/>
                </a:solidFill>
              </a:defRPr>
            </a:lvl8pPr>
            <a:lvl9pPr lvl="8">
              <a:spcBef>
                <a:spcPts val="0"/>
              </a:spcBef>
              <a:spcAft>
                <a:spcPts val="0"/>
              </a:spcAft>
              <a:buClr>
                <a:schemeClr val="dk1"/>
              </a:buClr>
              <a:buSzPts val="1100"/>
              <a:buNone/>
              <a:defRPr>
                <a:solidFill>
                  <a:schemeClr val="dk1"/>
                </a:solidFill>
              </a:defRPr>
            </a:lvl9pPr>
          </a:lstStyle>
          <a:p/>
        </p:txBody>
      </p:sp>
      <p:sp>
        <p:nvSpPr>
          <p:cNvPr id="30" name="Google Shape;30;p7"/>
          <p:cNvSpPr txBox="1"/>
          <p:nvPr/>
        </p:nvSpPr>
        <p:spPr>
          <a:xfrm>
            <a:off x="7258050" y="4826054"/>
            <a:ext cx="1543200" cy="77100"/>
          </a:xfrm>
          <a:prstGeom prst="rect">
            <a:avLst/>
          </a:prstGeom>
          <a:noFill/>
          <a:ln>
            <a:noFill/>
          </a:ln>
        </p:spPr>
        <p:txBody>
          <a:bodyPr anchorCtr="0" anchor="ctr" bIns="0" lIns="0" spcFirstLastPara="1" rIns="0" wrap="square" tIns="0">
            <a:spAutoFit/>
          </a:bodyPr>
          <a:lstStyle/>
          <a:p>
            <a:pPr indent="0" lvl="0" marL="0" rtl="0" algn="r">
              <a:lnSpc>
                <a:spcPct val="200000"/>
              </a:lnSpc>
              <a:spcBef>
                <a:spcPts val="0"/>
              </a:spcBef>
              <a:spcAft>
                <a:spcPts val="0"/>
              </a:spcAft>
              <a:buNone/>
            </a:pPr>
            <a:r>
              <a:rPr lang="en" sz="500">
                <a:solidFill>
                  <a:schemeClr val="dk1"/>
                </a:solidFill>
                <a:latin typeface="Optimist Light"/>
                <a:ea typeface="Optimist Light"/>
                <a:cs typeface="Optimist Light"/>
                <a:sym typeface="Optimist Light"/>
              </a:rPr>
              <a:t>C</a:t>
            </a:r>
            <a:r>
              <a:rPr lang="en" sz="300">
                <a:solidFill>
                  <a:schemeClr val="dk1"/>
                </a:solidFill>
                <a:latin typeface="Optimist Light"/>
                <a:ea typeface="Optimist Light"/>
                <a:cs typeface="Optimist Light"/>
                <a:sym typeface="Optimist Light"/>
              </a:rPr>
              <a:t xml:space="preserve"> </a:t>
            </a:r>
            <a:r>
              <a:rPr lang="en" sz="500">
                <a:solidFill>
                  <a:schemeClr val="dk1"/>
                </a:solidFill>
                <a:latin typeface="Optimist Light"/>
                <a:ea typeface="Optimist Light"/>
                <a:cs typeface="Optimist Light"/>
                <a:sym typeface="Optimist Light"/>
              </a:rPr>
              <a:t>O</a:t>
            </a:r>
            <a:r>
              <a:rPr lang="en" sz="300">
                <a:solidFill>
                  <a:schemeClr val="dk1"/>
                </a:solidFill>
                <a:latin typeface="Optimist Light"/>
                <a:ea typeface="Optimist Light"/>
                <a:cs typeface="Optimist Light"/>
                <a:sym typeface="Optimist Light"/>
              </a:rPr>
              <a:t xml:space="preserve"> </a:t>
            </a:r>
            <a:r>
              <a:rPr lang="en" sz="500">
                <a:solidFill>
                  <a:schemeClr val="dk1"/>
                </a:solidFill>
                <a:latin typeface="Optimist Light"/>
                <a:ea typeface="Optimist Light"/>
                <a:cs typeface="Optimist Light"/>
                <a:sym typeface="Optimist Light"/>
              </a:rPr>
              <a:t>N</a:t>
            </a:r>
            <a:r>
              <a:rPr lang="en" sz="300">
                <a:solidFill>
                  <a:schemeClr val="dk1"/>
                </a:solidFill>
                <a:latin typeface="Optimist Light"/>
                <a:ea typeface="Optimist Light"/>
                <a:cs typeface="Optimist Light"/>
                <a:sym typeface="Optimist Light"/>
              </a:rPr>
              <a:t xml:space="preserve"> </a:t>
            </a:r>
            <a:r>
              <a:rPr lang="en" sz="500">
                <a:solidFill>
                  <a:schemeClr val="dk1"/>
                </a:solidFill>
                <a:latin typeface="Optimist Light"/>
                <a:ea typeface="Optimist Light"/>
                <a:cs typeface="Optimist Light"/>
                <a:sym typeface="Optimist Light"/>
              </a:rPr>
              <a:t>F</a:t>
            </a:r>
            <a:r>
              <a:rPr lang="en" sz="300">
                <a:solidFill>
                  <a:schemeClr val="dk1"/>
                </a:solidFill>
                <a:latin typeface="Optimist Light"/>
                <a:ea typeface="Optimist Light"/>
                <a:cs typeface="Optimist Light"/>
                <a:sym typeface="Optimist Light"/>
              </a:rPr>
              <a:t xml:space="preserve"> </a:t>
            </a:r>
            <a:r>
              <a:rPr lang="en" sz="500">
                <a:solidFill>
                  <a:schemeClr val="dk1"/>
                </a:solidFill>
                <a:latin typeface="Optimist Light"/>
                <a:ea typeface="Optimist Light"/>
                <a:cs typeface="Optimist Light"/>
                <a:sym typeface="Optimist Light"/>
              </a:rPr>
              <a:t>I</a:t>
            </a:r>
            <a:r>
              <a:rPr lang="en" sz="300">
                <a:solidFill>
                  <a:schemeClr val="dk1"/>
                </a:solidFill>
                <a:latin typeface="Optimist Light"/>
                <a:ea typeface="Optimist Light"/>
                <a:cs typeface="Optimist Light"/>
                <a:sym typeface="Optimist Light"/>
              </a:rPr>
              <a:t xml:space="preserve"> </a:t>
            </a:r>
            <a:r>
              <a:rPr lang="en" sz="500">
                <a:solidFill>
                  <a:schemeClr val="dk1"/>
                </a:solidFill>
                <a:latin typeface="Optimist Light"/>
                <a:ea typeface="Optimist Light"/>
                <a:cs typeface="Optimist Light"/>
                <a:sym typeface="Optimist Light"/>
              </a:rPr>
              <a:t>D</a:t>
            </a:r>
            <a:r>
              <a:rPr lang="en" sz="300">
                <a:solidFill>
                  <a:schemeClr val="dk1"/>
                </a:solidFill>
                <a:latin typeface="Optimist Light"/>
                <a:ea typeface="Optimist Light"/>
                <a:cs typeface="Optimist Light"/>
                <a:sym typeface="Optimist Light"/>
              </a:rPr>
              <a:t xml:space="preserve"> </a:t>
            </a:r>
            <a:r>
              <a:rPr lang="en" sz="500">
                <a:solidFill>
                  <a:schemeClr val="dk1"/>
                </a:solidFill>
                <a:latin typeface="Optimist Light"/>
                <a:ea typeface="Optimist Light"/>
                <a:cs typeface="Optimist Light"/>
                <a:sym typeface="Optimist Light"/>
              </a:rPr>
              <a:t>E</a:t>
            </a:r>
            <a:r>
              <a:rPr lang="en" sz="300">
                <a:solidFill>
                  <a:schemeClr val="dk1"/>
                </a:solidFill>
                <a:latin typeface="Optimist Light"/>
                <a:ea typeface="Optimist Light"/>
                <a:cs typeface="Optimist Light"/>
                <a:sym typeface="Optimist Light"/>
              </a:rPr>
              <a:t xml:space="preserve"> </a:t>
            </a:r>
            <a:r>
              <a:rPr lang="en" sz="500">
                <a:solidFill>
                  <a:schemeClr val="dk1"/>
                </a:solidFill>
                <a:latin typeface="Optimist Light"/>
                <a:ea typeface="Optimist Light"/>
                <a:cs typeface="Optimist Light"/>
                <a:sym typeface="Optimist Light"/>
              </a:rPr>
              <a:t>N</a:t>
            </a:r>
            <a:r>
              <a:rPr lang="en" sz="300">
                <a:solidFill>
                  <a:schemeClr val="dk1"/>
                </a:solidFill>
                <a:latin typeface="Optimist Light"/>
                <a:ea typeface="Optimist Light"/>
                <a:cs typeface="Optimist Light"/>
                <a:sym typeface="Optimist Light"/>
              </a:rPr>
              <a:t xml:space="preserve"> </a:t>
            </a:r>
            <a:r>
              <a:rPr lang="en" sz="500">
                <a:solidFill>
                  <a:schemeClr val="dk1"/>
                </a:solidFill>
                <a:latin typeface="Optimist Light"/>
                <a:ea typeface="Optimist Light"/>
                <a:cs typeface="Optimist Light"/>
                <a:sym typeface="Optimist Light"/>
              </a:rPr>
              <a:t>T</a:t>
            </a:r>
            <a:r>
              <a:rPr lang="en" sz="300">
                <a:solidFill>
                  <a:schemeClr val="dk1"/>
                </a:solidFill>
                <a:latin typeface="Optimist Light"/>
                <a:ea typeface="Optimist Light"/>
                <a:cs typeface="Optimist Light"/>
                <a:sym typeface="Optimist Light"/>
              </a:rPr>
              <a:t xml:space="preserve"> </a:t>
            </a:r>
            <a:r>
              <a:rPr lang="en" sz="500">
                <a:solidFill>
                  <a:schemeClr val="dk1"/>
                </a:solidFill>
                <a:latin typeface="Optimist Light"/>
                <a:ea typeface="Optimist Light"/>
                <a:cs typeface="Optimist Light"/>
                <a:sym typeface="Optimist Light"/>
              </a:rPr>
              <a:t>I</a:t>
            </a:r>
            <a:r>
              <a:rPr lang="en" sz="300">
                <a:solidFill>
                  <a:schemeClr val="dk1"/>
                </a:solidFill>
                <a:latin typeface="Optimist Light"/>
                <a:ea typeface="Optimist Light"/>
                <a:cs typeface="Optimist Light"/>
                <a:sym typeface="Optimist Light"/>
              </a:rPr>
              <a:t xml:space="preserve"> </a:t>
            </a:r>
            <a:r>
              <a:rPr lang="en" sz="500">
                <a:solidFill>
                  <a:schemeClr val="dk1"/>
                </a:solidFill>
                <a:latin typeface="Optimist Light"/>
                <a:ea typeface="Optimist Light"/>
                <a:cs typeface="Optimist Light"/>
                <a:sym typeface="Optimist Light"/>
              </a:rPr>
              <a:t>A</a:t>
            </a:r>
            <a:r>
              <a:rPr lang="en" sz="300">
                <a:solidFill>
                  <a:schemeClr val="dk1"/>
                </a:solidFill>
                <a:latin typeface="Optimist Light"/>
                <a:ea typeface="Optimist Light"/>
                <a:cs typeface="Optimist Light"/>
                <a:sym typeface="Optimist Light"/>
              </a:rPr>
              <a:t xml:space="preserve"> </a:t>
            </a:r>
            <a:r>
              <a:rPr lang="en" sz="500">
                <a:solidFill>
                  <a:schemeClr val="dk1"/>
                </a:solidFill>
                <a:latin typeface="Optimist Light"/>
                <a:ea typeface="Optimist Light"/>
                <a:cs typeface="Optimist Light"/>
                <a:sym typeface="Optimist Light"/>
              </a:rPr>
              <a:t xml:space="preserve">L    |    </a:t>
            </a:r>
            <a:fld id="{00000000-1234-1234-1234-123412341234}" type="slidenum">
              <a:rPr lang="en" sz="500">
                <a:solidFill>
                  <a:schemeClr val="dk1"/>
                </a:solidFill>
                <a:latin typeface="Optimist Light"/>
                <a:ea typeface="Optimist Light"/>
                <a:cs typeface="Optimist Light"/>
                <a:sym typeface="Optimist Light"/>
              </a:rPr>
              <a:t>‹#›</a:t>
            </a:fld>
            <a:endParaRPr sz="500">
              <a:solidFill>
                <a:schemeClr val="dk1"/>
              </a:solidFill>
              <a:latin typeface="Optimist Light"/>
              <a:ea typeface="Optimist Light"/>
              <a:cs typeface="Optimist Light"/>
              <a:sym typeface="Optimist Light"/>
            </a:endParaRPr>
          </a:p>
        </p:txBody>
      </p:sp>
      <p:sp>
        <p:nvSpPr>
          <p:cNvPr id="31" name="Google Shape;31;p7"/>
          <p:cNvSpPr txBox="1"/>
          <p:nvPr>
            <p:ph idx="1" type="body"/>
          </p:nvPr>
        </p:nvSpPr>
        <p:spPr>
          <a:xfrm>
            <a:off x="344025" y="1452413"/>
            <a:ext cx="8456100" cy="2796000"/>
          </a:xfrm>
          <a:prstGeom prst="rect">
            <a:avLst/>
          </a:prstGeom>
        </p:spPr>
        <p:txBody>
          <a:bodyPr anchorCtr="0" anchor="t" bIns="0" lIns="0" spcFirstLastPara="1" rIns="0" wrap="square" tIns="0">
            <a:noAutofit/>
          </a:bodyPr>
          <a:lstStyle>
            <a:lvl1pPr indent="-285750" lvl="0" marL="457200">
              <a:lnSpc>
                <a:spcPct val="150000"/>
              </a:lnSpc>
              <a:spcBef>
                <a:spcPts val="500"/>
              </a:spcBef>
              <a:spcAft>
                <a:spcPts val="0"/>
              </a:spcAft>
              <a:buClr>
                <a:schemeClr val="dk1"/>
              </a:buClr>
              <a:buSzPts val="900"/>
              <a:buFont typeface="Optimist Light"/>
              <a:buChar char="•"/>
              <a:defRPr sz="900">
                <a:solidFill>
                  <a:schemeClr val="dk1"/>
                </a:solidFill>
                <a:latin typeface="Optimist Light"/>
                <a:ea typeface="Optimist Light"/>
                <a:cs typeface="Optimist Light"/>
                <a:sym typeface="Optimist Light"/>
              </a:defRPr>
            </a:lvl1pPr>
            <a:lvl2pPr indent="-285750" lvl="1" marL="914400">
              <a:lnSpc>
                <a:spcPct val="150000"/>
              </a:lnSpc>
              <a:spcBef>
                <a:spcPts val="500"/>
              </a:spcBef>
              <a:spcAft>
                <a:spcPts val="0"/>
              </a:spcAft>
              <a:buClr>
                <a:schemeClr val="dk1"/>
              </a:buClr>
              <a:buSzPts val="900"/>
              <a:buFont typeface="Optimist Light"/>
              <a:buChar char="•"/>
              <a:defRPr sz="900">
                <a:solidFill>
                  <a:schemeClr val="dk1"/>
                </a:solidFill>
                <a:latin typeface="Optimist Light"/>
                <a:ea typeface="Optimist Light"/>
                <a:cs typeface="Optimist Light"/>
                <a:sym typeface="Optimist Light"/>
              </a:defRPr>
            </a:lvl2pPr>
            <a:lvl3pPr indent="-285750" lvl="2" marL="1371600">
              <a:lnSpc>
                <a:spcPct val="150000"/>
              </a:lnSpc>
              <a:spcBef>
                <a:spcPts val="500"/>
              </a:spcBef>
              <a:spcAft>
                <a:spcPts val="0"/>
              </a:spcAft>
              <a:buClr>
                <a:schemeClr val="dk1"/>
              </a:buClr>
              <a:buSzPts val="900"/>
              <a:buFont typeface="Optimist Light"/>
              <a:buChar char="•"/>
              <a:defRPr sz="900">
                <a:solidFill>
                  <a:schemeClr val="dk1"/>
                </a:solidFill>
                <a:latin typeface="Optimist Light"/>
                <a:ea typeface="Optimist Light"/>
                <a:cs typeface="Optimist Light"/>
                <a:sym typeface="Optimist Light"/>
              </a:defRPr>
            </a:lvl3pPr>
            <a:lvl4pPr indent="-285750" lvl="3" marL="1828800">
              <a:lnSpc>
                <a:spcPct val="150000"/>
              </a:lnSpc>
              <a:spcBef>
                <a:spcPts val="500"/>
              </a:spcBef>
              <a:spcAft>
                <a:spcPts val="0"/>
              </a:spcAft>
              <a:buClr>
                <a:schemeClr val="dk1"/>
              </a:buClr>
              <a:buSzPts val="900"/>
              <a:buFont typeface="Optimist Light"/>
              <a:buChar char="•"/>
              <a:defRPr sz="900">
                <a:solidFill>
                  <a:schemeClr val="dk1"/>
                </a:solidFill>
                <a:latin typeface="Optimist Light"/>
                <a:ea typeface="Optimist Light"/>
                <a:cs typeface="Optimist Light"/>
                <a:sym typeface="Optimist Light"/>
              </a:defRPr>
            </a:lvl4pPr>
            <a:lvl5pPr indent="-285750" lvl="4" marL="2286000">
              <a:lnSpc>
                <a:spcPct val="150000"/>
              </a:lnSpc>
              <a:spcBef>
                <a:spcPts val="500"/>
              </a:spcBef>
              <a:spcAft>
                <a:spcPts val="0"/>
              </a:spcAft>
              <a:buClr>
                <a:schemeClr val="dk1"/>
              </a:buClr>
              <a:buSzPts val="900"/>
              <a:buFont typeface="Optimist Light"/>
              <a:buChar char="•"/>
              <a:defRPr sz="900">
                <a:solidFill>
                  <a:schemeClr val="dk1"/>
                </a:solidFill>
                <a:latin typeface="Optimist Light"/>
                <a:ea typeface="Optimist Light"/>
                <a:cs typeface="Optimist Light"/>
                <a:sym typeface="Optimist Light"/>
              </a:defRPr>
            </a:lvl5pPr>
            <a:lvl6pPr indent="-285750" lvl="5" marL="2743200">
              <a:lnSpc>
                <a:spcPct val="150000"/>
              </a:lnSpc>
              <a:spcBef>
                <a:spcPts val="500"/>
              </a:spcBef>
              <a:spcAft>
                <a:spcPts val="0"/>
              </a:spcAft>
              <a:buClr>
                <a:schemeClr val="dk1"/>
              </a:buClr>
              <a:buSzPts val="900"/>
              <a:buFont typeface="Optimist Light"/>
              <a:buChar char="•"/>
              <a:defRPr sz="900">
                <a:solidFill>
                  <a:schemeClr val="dk1"/>
                </a:solidFill>
                <a:latin typeface="Optimist Light"/>
                <a:ea typeface="Optimist Light"/>
                <a:cs typeface="Optimist Light"/>
                <a:sym typeface="Optimist Light"/>
              </a:defRPr>
            </a:lvl6pPr>
            <a:lvl7pPr indent="-285750" lvl="6" marL="3200400">
              <a:lnSpc>
                <a:spcPct val="150000"/>
              </a:lnSpc>
              <a:spcBef>
                <a:spcPts val="500"/>
              </a:spcBef>
              <a:spcAft>
                <a:spcPts val="0"/>
              </a:spcAft>
              <a:buClr>
                <a:schemeClr val="dk1"/>
              </a:buClr>
              <a:buSzPts val="900"/>
              <a:buFont typeface="Optimist Light"/>
              <a:buChar char="•"/>
              <a:defRPr sz="900">
                <a:solidFill>
                  <a:schemeClr val="dk1"/>
                </a:solidFill>
                <a:latin typeface="Optimist Light"/>
                <a:ea typeface="Optimist Light"/>
                <a:cs typeface="Optimist Light"/>
                <a:sym typeface="Optimist Light"/>
              </a:defRPr>
            </a:lvl7pPr>
            <a:lvl8pPr indent="-285750" lvl="7" marL="3657600">
              <a:lnSpc>
                <a:spcPct val="150000"/>
              </a:lnSpc>
              <a:spcBef>
                <a:spcPts val="500"/>
              </a:spcBef>
              <a:spcAft>
                <a:spcPts val="0"/>
              </a:spcAft>
              <a:buClr>
                <a:schemeClr val="dk1"/>
              </a:buClr>
              <a:buSzPts val="900"/>
              <a:buFont typeface="Optimist Light"/>
              <a:buChar char="•"/>
              <a:defRPr sz="900">
                <a:solidFill>
                  <a:schemeClr val="dk1"/>
                </a:solidFill>
                <a:latin typeface="Optimist Light"/>
                <a:ea typeface="Optimist Light"/>
                <a:cs typeface="Optimist Light"/>
                <a:sym typeface="Optimist Light"/>
              </a:defRPr>
            </a:lvl8pPr>
            <a:lvl9pPr indent="-285750" lvl="8" marL="4114800">
              <a:lnSpc>
                <a:spcPct val="150000"/>
              </a:lnSpc>
              <a:spcBef>
                <a:spcPts val="500"/>
              </a:spcBef>
              <a:spcAft>
                <a:spcPts val="500"/>
              </a:spcAft>
              <a:buClr>
                <a:schemeClr val="dk1"/>
              </a:buClr>
              <a:buSzPts val="900"/>
              <a:buFont typeface="Optimist Light"/>
              <a:buChar char="•"/>
              <a:defRPr sz="900">
                <a:solidFill>
                  <a:schemeClr val="dk1"/>
                </a:solidFill>
                <a:latin typeface="Optimist Light"/>
                <a:ea typeface="Optimist Light"/>
                <a:cs typeface="Optimist Light"/>
                <a:sym typeface="Optimist Light"/>
              </a:defRPr>
            </a:lvl9pPr>
          </a:lstStyle>
          <a:p/>
        </p:txBody>
      </p:sp>
      <p:pic>
        <p:nvPicPr>
          <p:cNvPr id="32" name="Google Shape;32;p7"/>
          <p:cNvPicPr preferRelativeResize="0"/>
          <p:nvPr/>
        </p:nvPicPr>
        <p:blipFill>
          <a:blip r:embed="rId2">
            <a:alphaModFix/>
          </a:blip>
          <a:stretch>
            <a:fillRect/>
          </a:stretch>
        </p:blipFill>
        <p:spPr>
          <a:xfrm>
            <a:off x="342900" y="4807370"/>
            <a:ext cx="393823" cy="14150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1_Agenda-White_2">
    <p:spTree>
      <p:nvGrpSpPr>
        <p:cNvPr id="33" name="Shape 33"/>
        <p:cNvGrpSpPr/>
        <p:nvPr/>
      </p:nvGrpSpPr>
      <p:grpSpPr>
        <a:xfrm>
          <a:off x="0" y="0"/>
          <a:ext cx="0" cy="0"/>
          <a:chOff x="0" y="0"/>
          <a:chExt cx="0" cy="0"/>
        </a:xfrm>
      </p:grpSpPr>
      <p:sp>
        <p:nvSpPr>
          <p:cNvPr id="34" name="Google Shape;34;p8"/>
          <p:cNvSpPr txBox="1"/>
          <p:nvPr>
            <p:ph type="title"/>
          </p:nvPr>
        </p:nvSpPr>
        <p:spPr>
          <a:xfrm>
            <a:off x="349763" y="276038"/>
            <a:ext cx="8451600" cy="664800"/>
          </a:xfrm>
          <a:prstGeom prst="rect">
            <a:avLst/>
          </a:prstGeom>
          <a:noFill/>
          <a:ln>
            <a:noFill/>
          </a:ln>
        </p:spPr>
        <p:txBody>
          <a:bodyPr anchorCtr="0" anchor="t" bIns="0" lIns="0" spcFirstLastPara="1" rIns="0" wrap="square" tIns="0">
            <a:noAutofit/>
          </a:bodyPr>
          <a:lstStyle>
            <a:lvl1pPr lvl="0" marR="0" algn="l">
              <a:lnSpc>
                <a:spcPct val="95000"/>
              </a:lnSpc>
              <a:spcBef>
                <a:spcPts val="0"/>
              </a:spcBef>
              <a:spcAft>
                <a:spcPts val="0"/>
              </a:spcAft>
              <a:buClr>
                <a:schemeClr val="dk1"/>
              </a:buClr>
              <a:buSzPts val="2100"/>
              <a:buFont typeface="Optimist"/>
              <a:buNone/>
              <a:defRPr i="0" sz="2100" u="none" cap="none" strike="noStrike">
                <a:solidFill>
                  <a:schemeClr val="dk1"/>
                </a:solidFill>
                <a:latin typeface="Optimist"/>
                <a:ea typeface="Optimist"/>
                <a:cs typeface="Optimist"/>
                <a:sym typeface="Optimist"/>
              </a:defRPr>
            </a:lvl1pPr>
            <a:lvl2pPr lvl="1">
              <a:spcBef>
                <a:spcPts val="0"/>
              </a:spcBef>
              <a:spcAft>
                <a:spcPts val="0"/>
              </a:spcAft>
              <a:buClr>
                <a:schemeClr val="dk1"/>
              </a:buClr>
              <a:buSzPts val="1100"/>
              <a:buFont typeface="Optimist"/>
              <a:buNone/>
              <a:defRPr sz="1400">
                <a:solidFill>
                  <a:schemeClr val="dk1"/>
                </a:solidFill>
                <a:latin typeface="Optimist"/>
                <a:ea typeface="Optimist"/>
                <a:cs typeface="Optimist"/>
                <a:sym typeface="Optimist"/>
              </a:defRPr>
            </a:lvl2pPr>
            <a:lvl3pPr lvl="2">
              <a:spcBef>
                <a:spcPts val="0"/>
              </a:spcBef>
              <a:spcAft>
                <a:spcPts val="0"/>
              </a:spcAft>
              <a:buClr>
                <a:schemeClr val="dk1"/>
              </a:buClr>
              <a:buSzPts val="1100"/>
              <a:buFont typeface="Optimist"/>
              <a:buNone/>
              <a:defRPr sz="1400">
                <a:solidFill>
                  <a:schemeClr val="dk1"/>
                </a:solidFill>
                <a:latin typeface="Optimist"/>
                <a:ea typeface="Optimist"/>
                <a:cs typeface="Optimist"/>
                <a:sym typeface="Optimist"/>
              </a:defRPr>
            </a:lvl3pPr>
            <a:lvl4pPr lvl="3">
              <a:spcBef>
                <a:spcPts val="0"/>
              </a:spcBef>
              <a:spcAft>
                <a:spcPts val="0"/>
              </a:spcAft>
              <a:buClr>
                <a:schemeClr val="dk1"/>
              </a:buClr>
              <a:buSzPts val="1100"/>
              <a:buFont typeface="Optimist"/>
              <a:buNone/>
              <a:defRPr sz="1400">
                <a:solidFill>
                  <a:schemeClr val="dk1"/>
                </a:solidFill>
                <a:latin typeface="Optimist"/>
                <a:ea typeface="Optimist"/>
                <a:cs typeface="Optimist"/>
                <a:sym typeface="Optimist"/>
              </a:defRPr>
            </a:lvl4pPr>
            <a:lvl5pPr lvl="4">
              <a:spcBef>
                <a:spcPts val="0"/>
              </a:spcBef>
              <a:spcAft>
                <a:spcPts val="0"/>
              </a:spcAft>
              <a:buClr>
                <a:schemeClr val="dk1"/>
              </a:buClr>
              <a:buSzPts val="1100"/>
              <a:buFont typeface="Optimist"/>
              <a:buNone/>
              <a:defRPr sz="1400">
                <a:solidFill>
                  <a:schemeClr val="dk1"/>
                </a:solidFill>
                <a:latin typeface="Optimist"/>
                <a:ea typeface="Optimist"/>
                <a:cs typeface="Optimist"/>
                <a:sym typeface="Optimist"/>
              </a:defRPr>
            </a:lvl5pPr>
            <a:lvl6pPr lvl="5">
              <a:spcBef>
                <a:spcPts val="0"/>
              </a:spcBef>
              <a:spcAft>
                <a:spcPts val="0"/>
              </a:spcAft>
              <a:buClr>
                <a:schemeClr val="dk1"/>
              </a:buClr>
              <a:buSzPts val="1100"/>
              <a:buFont typeface="Optimist"/>
              <a:buNone/>
              <a:defRPr sz="1400">
                <a:solidFill>
                  <a:schemeClr val="dk1"/>
                </a:solidFill>
                <a:latin typeface="Optimist"/>
                <a:ea typeface="Optimist"/>
                <a:cs typeface="Optimist"/>
                <a:sym typeface="Optimist"/>
              </a:defRPr>
            </a:lvl6pPr>
            <a:lvl7pPr lvl="6">
              <a:spcBef>
                <a:spcPts val="0"/>
              </a:spcBef>
              <a:spcAft>
                <a:spcPts val="0"/>
              </a:spcAft>
              <a:buClr>
                <a:schemeClr val="dk1"/>
              </a:buClr>
              <a:buSzPts val="1100"/>
              <a:buFont typeface="Optimist"/>
              <a:buNone/>
              <a:defRPr sz="1400">
                <a:solidFill>
                  <a:schemeClr val="dk1"/>
                </a:solidFill>
                <a:latin typeface="Optimist"/>
                <a:ea typeface="Optimist"/>
                <a:cs typeface="Optimist"/>
                <a:sym typeface="Optimist"/>
              </a:defRPr>
            </a:lvl7pPr>
            <a:lvl8pPr lvl="7">
              <a:spcBef>
                <a:spcPts val="0"/>
              </a:spcBef>
              <a:spcAft>
                <a:spcPts val="0"/>
              </a:spcAft>
              <a:buClr>
                <a:schemeClr val="dk1"/>
              </a:buClr>
              <a:buSzPts val="1100"/>
              <a:buFont typeface="Optimist"/>
              <a:buNone/>
              <a:defRPr sz="1400">
                <a:solidFill>
                  <a:schemeClr val="dk1"/>
                </a:solidFill>
                <a:latin typeface="Optimist"/>
                <a:ea typeface="Optimist"/>
                <a:cs typeface="Optimist"/>
                <a:sym typeface="Optimist"/>
              </a:defRPr>
            </a:lvl8pPr>
            <a:lvl9pPr lvl="8">
              <a:spcBef>
                <a:spcPts val="0"/>
              </a:spcBef>
              <a:spcAft>
                <a:spcPts val="0"/>
              </a:spcAft>
              <a:buClr>
                <a:schemeClr val="dk1"/>
              </a:buClr>
              <a:buSzPts val="1100"/>
              <a:buFont typeface="Optimist"/>
              <a:buNone/>
              <a:defRPr sz="1400">
                <a:solidFill>
                  <a:schemeClr val="dk1"/>
                </a:solidFill>
                <a:latin typeface="Optimist"/>
                <a:ea typeface="Optimist"/>
                <a:cs typeface="Optimist"/>
                <a:sym typeface="Optimist"/>
              </a:defRPr>
            </a:lvl9pPr>
          </a:lstStyle>
          <a:p/>
        </p:txBody>
      </p:sp>
      <p:sp>
        <p:nvSpPr>
          <p:cNvPr id="35" name="Google Shape;35;p8"/>
          <p:cNvSpPr txBox="1"/>
          <p:nvPr>
            <p:ph idx="1" type="body"/>
          </p:nvPr>
        </p:nvSpPr>
        <p:spPr>
          <a:xfrm>
            <a:off x="351235" y="1041560"/>
            <a:ext cx="8431800" cy="3600600"/>
          </a:xfrm>
          <a:prstGeom prst="rect">
            <a:avLst/>
          </a:prstGeom>
          <a:noFill/>
          <a:ln>
            <a:noFill/>
          </a:ln>
        </p:spPr>
        <p:txBody>
          <a:bodyPr anchorCtr="0" anchor="t" bIns="0" lIns="0" spcFirstLastPara="1" rIns="0" wrap="square" tIns="0">
            <a:noAutofit/>
          </a:bodyPr>
          <a:lstStyle>
            <a:lvl1pPr indent="-323850" lvl="0" marL="457200" marR="0" algn="l">
              <a:lnSpc>
                <a:spcPct val="120000"/>
              </a:lnSpc>
              <a:spcBef>
                <a:spcPts val="0"/>
              </a:spcBef>
              <a:spcAft>
                <a:spcPts val="0"/>
              </a:spcAft>
              <a:buClr>
                <a:schemeClr val="dk1"/>
              </a:buClr>
              <a:buSzPts val="1500"/>
              <a:buFont typeface="Optimist"/>
              <a:buChar char="•"/>
              <a:defRPr i="0" sz="1500" u="none" cap="none" strike="noStrike">
                <a:solidFill>
                  <a:schemeClr val="dk1"/>
                </a:solidFill>
                <a:latin typeface="Optimist"/>
                <a:ea typeface="Optimist"/>
                <a:cs typeface="Optimist"/>
                <a:sym typeface="Optimist"/>
              </a:defRPr>
            </a:lvl1pPr>
            <a:lvl2pPr indent="-304800" lvl="1" marL="914400" marR="0" algn="l">
              <a:lnSpc>
                <a:spcPct val="125000"/>
              </a:lnSpc>
              <a:spcBef>
                <a:spcPts val="600"/>
              </a:spcBef>
              <a:spcAft>
                <a:spcPts val="0"/>
              </a:spcAft>
              <a:buClr>
                <a:schemeClr val="dk2"/>
              </a:buClr>
              <a:buSzPts val="1200"/>
              <a:buFont typeface="Optimist"/>
              <a:buChar char="•"/>
              <a:defRPr i="0" sz="1200" u="none" cap="none" strike="noStrike">
                <a:solidFill>
                  <a:schemeClr val="dk2"/>
                </a:solidFill>
                <a:latin typeface="Optimist"/>
                <a:ea typeface="Optimist"/>
                <a:cs typeface="Optimist"/>
                <a:sym typeface="Optimist"/>
              </a:defRPr>
            </a:lvl2pPr>
            <a:lvl3pPr indent="-298450" lvl="2" marL="1371600" marR="0" algn="l">
              <a:lnSpc>
                <a:spcPct val="128571"/>
              </a:lnSpc>
              <a:spcBef>
                <a:spcPts val="600"/>
              </a:spcBef>
              <a:spcAft>
                <a:spcPts val="0"/>
              </a:spcAft>
              <a:buClr>
                <a:schemeClr val="dk2"/>
              </a:buClr>
              <a:buSzPts val="1100"/>
              <a:buFont typeface="Optimist"/>
              <a:buChar char="•"/>
              <a:defRPr i="0" sz="1100" u="none" cap="none" strike="noStrike">
                <a:solidFill>
                  <a:schemeClr val="dk2"/>
                </a:solidFill>
                <a:latin typeface="Optimist"/>
                <a:ea typeface="Optimist"/>
                <a:cs typeface="Optimist"/>
                <a:sym typeface="Optimist"/>
              </a:defRPr>
            </a:lvl3pPr>
            <a:lvl4pPr indent="-323850" lvl="3" marL="1828800" marR="0" algn="l">
              <a:lnSpc>
                <a:spcPct val="100000"/>
              </a:lnSpc>
              <a:spcBef>
                <a:spcPts val="500"/>
              </a:spcBef>
              <a:spcAft>
                <a:spcPts val="0"/>
              </a:spcAft>
              <a:buClr>
                <a:schemeClr val="dk1"/>
              </a:buClr>
              <a:buSzPts val="1500"/>
              <a:buFont typeface="Optimist"/>
              <a:buChar char="​"/>
              <a:defRPr i="0" sz="1500" u="none" cap="none" strike="noStrike">
                <a:solidFill>
                  <a:schemeClr val="dk1"/>
                </a:solidFill>
                <a:latin typeface="Optimist"/>
                <a:ea typeface="Optimist"/>
                <a:cs typeface="Optimist"/>
                <a:sym typeface="Optimist"/>
              </a:defRPr>
            </a:lvl4pPr>
            <a:lvl5pPr indent="-304800" lvl="4" marL="2286000" marR="0" algn="l">
              <a:lnSpc>
                <a:spcPct val="100000"/>
              </a:lnSpc>
              <a:spcBef>
                <a:spcPts val="100"/>
              </a:spcBef>
              <a:spcAft>
                <a:spcPts val="0"/>
              </a:spcAft>
              <a:buClr>
                <a:schemeClr val="dk2"/>
              </a:buClr>
              <a:buSzPts val="1200"/>
              <a:buFont typeface="Optimist"/>
              <a:buChar char="​"/>
              <a:defRPr i="0" sz="1200" u="none" cap="none" strike="noStrike">
                <a:solidFill>
                  <a:schemeClr val="dk2"/>
                </a:solidFill>
                <a:latin typeface="Optimist"/>
                <a:ea typeface="Optimist"/>
                <a:cs typeface="Optimist"/>
                <a:sym typeface="Optimist"/>
              </a:defRPr>
            </a:lvl5pPr>
            <a:lvl6pPr indent="-298450" lvl="5" marL="2743200" marR="0" algn="l">
              <a:lnSpc>
                <a:spcPct val="100000"/>
              </a:lnSpc>
              <a:spcBef>
                <a:spcPts val="600"/>
              </a:spcBef>
              <a:spcAft>
                <a:spcPts val="0"/>
              </a:spcAft>
              <a:buClr>
                <a:schemeClr val="dk2"/>
              </a:buClr>
              <a:buSzPts val="1100"/>
              <a:buFont typeface="Optimist"/>
              <a:buChar char="​"/>
              <a:defRPr i="0" sz="1100" u="none" cap="none" strike="noStrike">
                <a:solidFill>
                  <a:schemeClr val="dk2"/>
                </a:solidFill>
                <a:latin typeface="Optimist"/>
                <a:ea typeface="Optimist"/>
                <a:cs typeface="Optimist"/>
                <a:sym typeface="Optimist"/>
              </a:defRPr>
            </a:lvl6pPr>
            <a:lvl7pPr indent="-285750" lvl="6" marL="3200400" marR="0" algn="l">
              <a:lnSpc>
                <a:spcPct val="116666"/>
              </a:lnSpc>
              <a:spcBef>
                <a:spcPts val="500"/>
              </a:spcBef>
              <a:spcAft>
                <a:spcPts val="0"/>
              </a:spcAft>
              <a:buClr>
                <a:schemeClr val="dk2"/>
              </a:buClr>
              <a:buSzPts val="900"/>
              <a:buFont typeface="Optimist"/>
              <a:buChar char="•"/>
              <a:defRPr i="0" sz="900" u="none" cap="none" strike="noStrike">
                <a:solidFill>
                  <a:schemeClr val="dk2"/>
                </a:solidFill>
                <a:latin typeface="Optimist"/>
                <a:ea typeface="Optimist"/>
                <a:cs typeface="Optimist"/>
                <a:sym typeface="Optimist"/>
              </a:defRPr>
            </a:lvl7pPr>
            <a:lvl8pPr indent="-279400" lvl="7" marL="3657600" marR="0" algn="l">
              <a:lnSpc>
                <a:spcPct val="109090"/>
              </a:lnSpc>
              <a:spcBef>
                <a:spcPts val="500"/>
              </a:spcBef>
              <a:spcAft>
                <a:spcPts val="0"/>
              </a:spcAft>
              <a:buClr>
                <a:schemeClr val="dk2"/>
              </a:buClr>
              <a:buSzPts val="800"/>
              <a:buFont typeface="Optimist"/>
              <a:buChar char="•"/>
              <a:defRPr i="0" sz="800" u="none" cap="none" strike="noStrike">
                <a:solidFill>
                  <a:schemeClr val="dk2"/>
                </a:solidFill>
                <a:latin typeface="Optimist"/>
                <a:ea typeface="Optimist"/>
                <a:cs typeface="Optimist"/>
                <a:sym typeface="Optimist"/>
              </a:defRPr>
            </a:lvl8pPr>
            <a:lvl9pPr indent="-279400" lvl="8" marL="4114800" marR="0" algn="l">
              <a:lnSpc>
                <a:spcPct val="120000"/>
              </a:lnSpc>
              <a:spcBef>
                <a:spcPts val="500"/>
              </a:spcBef>
              <a:spcAft>
                <a:spcPts val="500"/>
              </a:spcAft>
              <a:buClr>
                <a:schemeClr val="dk2"/>
              </a:buClr>
              <a:buSzPts val="800"/>
              <a:buFont typeface="Optimist"/>
              <a:buChar char="•"/>
              <a:defRPr i="0" sz="800" u="none" cap="none" strike="noStrike">
                <a:solidFill>
                  <a:schemeClr val="dk2"/>
                </a:solidFill>
                <a:latin typeface="Optimist"/>
                <a:ea typeface="Optimist"/>
                <a:cs typeface="Optimist"/>
                <a:sym typeface="Optimist"/>
              </a:defRPr>
            </a:lvl9pPr>
          </a:lstStyle>
          <a:p/>
        </p:txBody>
      </p:sp>
      <p:pic>
        <p:nvPicPr>
          <p:cNvPr id="36" name="Google Shape;36;p8"/>
          <p:cNvPicPr preferRelativeResize="0"/>
          <p:nvPr/>
        </p:nvPicPr>
        <p:blipFill rotWithShape="1">
          <a:blip r:embed="rId2">
            <a:alphaModFix/>
          </a:blip>
          <a:srcRect b="89" l="0" r="0" t="89"/>
          <a:stretch/>
        </p:blipFill>
        <p:spPr>
          <a:xfrm>
            <a:off x="343212" y="4742259"/>
            <a:ext cx="549075" cy="197306"/>
          </a:xfrm>
          <a:prstGeom prst="rect">
            <a:avLst/>
          </a:prstGeom>
          <a:noFill/>
          <a:ln>
            <a:noFill/>
          </a:ln>
        </p:spPr>
      </p:pic>
      <p:sp>
        <p:nvSpPr>
          <p:cNvPr id="37" name="Google Shape;37;p8"/>
          <p:cNvSpPr txBox="1"/>
          <p:nvPr/>
        </p:nvSpPr>
        <p:spPr>
          <a:xfrm>
            <a:off x="8678139" y="4824820"/>
            <a:ext cx="123000" cy="92400"/>
          </a:xfrm>
          <a:prstGeom prst="rect">
            <a:avLst/>
          </a:prstGeom>
          <a:noFill/>
          <a:ln>
            <a:noFill/>
          </a:ln>
        </p:spPr>
        <p:txBody>
          <a:bodyPr anchorCtr="0" anchor="t" bIns="0" lIns="0" spcFirstLastPara="1" rIns="0" wrap="square" tIns="0">
            <a:spAutoFit/>
          </a:bodyPr>
          <a:lstStyle/>
          <a:p>
            <a:pPr indent="0" lvl="0" marL="0" marR="0" rtl="0" algn="r">
              <a:lnSpc>
                <a:spcPct val="200000"/>
              </a:lnSpc>
              <a:spcBef>
                <a:spcPts val="0"/>
              </a:spcBef>
              <a:spcAft>
                <a:spcPts val="0"/>
              </a:spcAft>
              <a:buNone/>
            </a:pPr>
            <a:fld id="{00000000-1234-1234-1234-123412341234}" type="slidenum">
              <a:rPr lang="en" sz="600">
                <a:solidFill>
                  <a:schemeClr val="dk1"/>
                </a:solidFill>
                <a:latin typeface="Optimist"/>
                <a:ea typeface="Optimist"/>
                <a:cs typeface="Optimist"/>
                <a:sym typeface="Optimist"/>
              </a:rPr>
              <a:t>‹#›</a:t>
            </a:fld>
            <a:endParaRPr sz="600">
              <a:solidFill>
                <a:schemeClr val="dk1"/>
              </a:solidFill>
              <a:latin typeface="Optimist"/>
              <a:ea typeface="Optimist"/>
              <a:cs typeface="Optimist"/>
              <a:sym typeface="Optimist"/>
            </a:endParaRPr>
          </a:p>
        </p:txBody>
      </p:sp>
      <p:sp>
        <p:nvSpPr>
          <p:cNvPr id="38" name="Google Shape;38;p8"/>
          <p:cNvSpPr txBox="1"/>
          <p:nvPr/>
        </p:nvSpPr>
        <p:spPr>
          <a:xfrm>
            <a:off x="8210129" y="4824819"/>
            <a:ext cx="417900" cy="92400"/>
          </a:xfrm>
          <a:prstGeom prst="rect">
            <a:avLst/>
          </a:prstGeom>
          <a:noFill/>
          <a:ln>
            <a:noFill/>
          </a:ln>
        </p:spPr>
        <p:txBody>
          <a:bodyPr anchorCtr="0" anchor="ctr" bIns="0" lIns="0" spcFirstLastPara="1" rIns="0" wrap="square" tIns="0">
            <a:spAutoFit/>
          </a:bodyPr>
          <a:lstStyle/>
          <a:p>
            <a:pPr indent="0" lvl="0" marL="0" marR="0" rtl="0" algn="r">
              <a:spcBef>
                <a:spcPts val="0"/>
              </a:spcBef>
              <a:spcAft>
                <a:spcPts val="0"/>
              </a:spcAft>
              <a:buNone/>
            </a:pPr>
            <a:r>
              <a:rPr lang="en" sz="600" cap="none">
                <a:solidFill>
                  <a:schemeClr val="lt2"/>
                </a:solidFill>
                <a:latin typeface="Optimist"/>
                <a:ea typeface="Optimist"/>
                <a:cs typeface="Optimist"/>
                <a:sym typeface="Optimist"/>
              </a:rPr>
              <a:t>Confidentia</a:t>
            </a:r>
            <a:r>
              <a:rPr lang="en" sz="600">
                <a:solidFill>
                  <a:schemeClr val="lt2"/>
                </a:solidFill>
                <a:latin typeface="Optimist"/>
                <a:ea typeface="Optimist"/>
                <a:cs typeface="Optimist"/>
                <a:sym typeface="Optimist"/>
              </a:rPr>
              <a:t>l</a:t>
            </a:r>
            <a:endParaRPr sz="600">
              <a:solidFill>
                <a:schemeClr val="lt2"/>
              </a:solidFill>
              <a:latin typeface="Optimist"/>
              <a:ea typeface="Optimist"/>
              <a:cs typeface="Optimist"/>
              <a:sym typeface="Optimist"/>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1">
  <p:cSld name="TITLE_1">
    <p:spTree>
      <p:nvGrpSpPr>
        <p:cNvPr id="39" name="Shape 39"/>
        <p:cNvGrpSpPr/>
        <p:nvPr/>
      </p:nvGrpSpPr>
      <p:grpSpPr>
        <a:xfrm>
          <a:off x="0" y="0"/>
          <a:ext cx="0" cy="0"/>
          <a:chOff x="0" y="0"/>
          <a:chExt cx="0" cy="0"/>
        </a:xfrm>
      </p:grpSpPr>
      <p:sp>
        <p:nvSpPr>
          <p:cNvPr id="40" name="Google Shape;40;p9"/>
          <p:cNvSpPr txBox="1"/>
          <p:nvPr>
            <p:ph idx="12" type="sldNum"/>
          </p:nvPr>
        </p:nvSpPr>
        <p:spPr>
          <a:xfrm>
            <a:off x="8472458" y="4663217"/>
            <a:ext cx="548700" cy="393900"/>
          </a:xfrm>
          <a:prstGeom prst="rect">
            <a:avLst/>
          </a:prstGeom>
          <a:noFill/>
          <a:ln>
            <a:noFill/>
          </a:ln>
        </p:spPr>
        <p:txBody>
          <a:bodyPr anchorCtr="0" anchor="ctr" bIns="133325" lIns="133325" spcFirstLastPara="1" rIns="133325" wrap="square" tIns="133325">
            <a:no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l">
              <a:spcBef>
                <a:spcPts val="0"/>
              </a:spcBef>
              <a:spcAft>
                <a:spcPts val="0"/>
              </a:spcAft>
              <a:buNone/>
            </a:pPr>
            <a:fld id="{00000000-1234-1234-1234-123412341234}" type="slidenum">
              <a:rPr lang="en"/>
              <a:t>‹#›</a:t>
            </a:fld>
            <a:endParaRPr/>
          </a:p>
        </p:txBody>
      </p:sp>
      <p:grpSp>
        <p:nvGrpSpPr>
          <p:cNvPr id="41" name="Google Shape;41;p9"/>
          <p:cNvGrpSpPr/>
          <p:nvPr/>
        </p:nvGrpSpPr>
        <p:grpSpPr>
          <a:xfrm>
            <a:off x="1272091" y="1623832"/>
            <a:ext cx="3543300" cy="1907672"/>
            <a:chOff x="238125" y="1575450"/>
            <a:chExt cx="7143750" cy="2564075"/>
          </a:xfrm>
        </p:grpSpPr>
        <p:sp>
          <p:nvSpPr>
            <p:cNvPr id="42" name="Google Shape;42;p9"/>
            <p:cNvSpPr/>
            <p:nvPr/>
          </p:nvSpPr>
          <p:spPr>
            <a:xfrm>
              <a:off x="2165975" y="1575450"/>
              <a:ext cx="4970725" cy="2564075"/>
            </a:xfrm>
            <a:custGeom>
              <a:rect b="b" l="l" r="r" t="t"/>
              <a:pathLst>
                <a:path extrusionOk="0" h="102563" w="198829">
                  <a:moveTo>
                    <a:pt x="148710" y="0"/>
                  </a:moveTo>
                  <a:lnTo>
                    <a:pt x="147075" y="13"/>
                  </a:lnTo>
                  <a:lnTo>
                    <a:pt x="145415" y="38"/>
                  </a:lnTo>
                  <a:lnTo>
                    <a:pt x="143756" y="75"/>
                  </a:lnTo>
                  <a:lnTo>
                    <a:pt x="142071" y="113"/>
                  </a:lnTo>
                  <a:lnTo>
                    <a:pt x="140373" y="163"/>
                  </a:lnTo>
                  <a:lnTo>
                    <a:pt x="138663" y="226"/>
                  </a:lnTo>
                  <a:lnTo>
                    <a:pt x="136928" y="289"/>
                  </a:lnTo>
                  <a:lnTo>
                    <a:pt x="133445" y="440"/>
                  </a:lnTo>
                  <a:lnTo>
                    <a:pt x="129912" y="629"/>
                  </a:lnTo>
                  <a:lnTo>
                    <a:pt x="126329" y="842"/>
                  </a:lnTo>
                  <a:lnTo>
                    <a:pt x="122707" y="1081"/>
                  </a:lnTo>
                  <a:lnTo>
                    <a:pt x="119048" y="1345"/>
                  </a:lnTo>
                  <a:lnTo>
                    <a:pt x="115352" y="1647"/>
                  </a:lnTo>
                  <a:lnTo>
                    <a:pt x="111630" y="1961"/>
                  </a:lnTo>
                  <a:lnTo>
                    <a:pt x="107895" y="2314"/>
                  </a:lnTo>
                  <a:lnTo>
                    <a:pt x="104123" y="2678"/>
                  </a:lnTo>
                  <a:lnTo>
                    <a:pt x="100351" y="3068"/>
                  </a:lnTo>
                  <a:lnTo>
                    <a:pt x="96554" y="3470"/>
                  </a:lnTo>
                  <a:lnTo>
                    <a:pt x="92757" y="3898"/>
                  </a:lnTo>
                  <a:lnTo>
                    <a:pt x="88947" y="4350"/>
                  </a:lnTo>
                  <a:lnTo>
                    <a:pt x="85137" y="4816"/>
                  </a:lnTo>
                  <a:lnTo>
                    <a:pt x="81340" y="5293"/>
                  </a:lnTo>
                  <a:lnTo>
                    <a:pt x="77543" y="5796"/>
                  </a:lnTo>
                  <a:lnTo>
                    <a:pt x="73758" y="6299"/>
                  </a:lnTo>
                  <a:lnTo>
                    <a:pt x="69998" y="6827"/>
                  </a:lnTo>
                  <a:lnTo>
                    <a:pt x="66251" y="7356"/>
                  </a:lnTo>
                  <a:lnTo>
                    <a:pt x="62517" y="7909"/>
                  </a:lnTo>
                  <a:lnTo>
                    <a:pt x="58820" y="8462"/>
                  </a:lnTo>
                  <a:lnTo>
                    <a:pt x="55161" y="9028"/>
                  </a:lnTo>
                  <a:lnTo>
                    <a:pt x="51528" y="9594"/>
                  </a:lnTo>
                  <a:lnTo>
                    <a:pt x="47944" y="10172"/>
                  </a:lnTo>
                  <a:lnTo>
                    <a:pt x="44398" y="10763"/>
                  </a:lnTo>
                  <a:lnTo>
                    <a:pt x="40903" y="11341"/>
                  </a:lnTo>
                  <a:lnTo>
                    <a:pt x="37458" y="11932"/>
                  </a:lnTo>
                  <a:lnTo>
                    <a:pt x="34063" y="12523"/>
                  </a:lnTo>
                  <a:lnTo>
                    <a:pt x="30731" y="13127"/>
                  </a:lnTo>
                  <a:lnTo>
                    <a:pt x="27474" y="13718"/>
                  </a:lnTo>
                  <a:lnTo>
                    <a:pt x="24268" y="14309"/>
                  </a:lnTo>
                  <a:lnTo>
                    <a:pt x="21150" y="14900"/>
                  </a:lnTo>
                  <a:lnTo>
                    <a:pt x="18094" y="15478"/>
                  </a:lnTo>
                  <a:lnTo>
                    <a:pt x="15127" y="16069"/>
                  </a:lnTo>
                  <a:lnTo>
                    <a:pt x="12235" y="16647"/>
                  </a:lnTo>
                  <a:lnTo>
                    <a:pt x="9443" y="17213"/>
                  </a:lnTo>
                  <a:lnTo>
                    <a:pt x="6727" y="17767"/>
                  </a:lnTo>
                  <a:lnTo>
                    <a:pt x="4125" y="18320"/>
                  </a:lnTo>
                  <a:lnTo>
                    <a:pt x="1610" y="18873"/>
                  </a:lnTo>
                  <a:lnTo>
                    <a:pt x="390" y="19137"/>
                  </a:lnTo>
                  <a:lnTo>
                    <a:pt x="290" y="19162"/>
                  </a:lnTo>
                  <a:lnTo>
                    <a:pt x="214" y="19200"/>
                  </a:lnTo>
                  <a:lnTo>
                    <a:pt x="139" y="19250"/>
                  </a:lnTo>
                  <a:lnTo>
                    <a:pt x="89" y="19326"/>
                  </a:lnTo>
                  <a:lnTo>
                    <a:pt x="38" y="19401"/>
                  </a:lnTo>
                  <a:lnTo>
                    <a:pt x="13" y="19489"/>
                  </a:lnTo>
                  <a:lnTo>
                    <a:pt x="1" y="19577"/>
                  </a:lnTo>
                  <a:lnTo>
                    <a:pt x="13" y="19665"/>
                  </a:lnTo>
                  <a:lnTo>
                    <a:pt x="38" y="19766"/>
                  </a:lnTo>
                  <a:lnTo>
                    <a:pt x="76" y="19841"/>
                  </a:lnTo>
                  <a:lnTo>
                    <a:pt x="126" y="19917"/>
                  </a:lnTo>
                  <a:lnTo>
                    <a:pt x="202" y="19967"/>
                  </a:lnTo>
                  <a:lnTo>
                    <a:pt x="277" y="20017"/>
                  </a:lnTo>
                  <a:lnTo>
                    <a:pt x="365" y="20042"/>
                  </a:lnTo>
                  <a:lnTo>
                    <a:pt x="453" y="20055"/>
                  </a:lnTo>
                  <a:lnTo>
                    <a:pt x="541" y="20042"/>
                  </a:lnTo>
                  <a:lnTo>
                    <a:pt x="1761" y="19816"/>
                  </a:lnTo>
                  <a:lnTo>
                    <a:pt x="3836" y="19451"/>
                  </a:lnTo>
                  <a:lnTo>
                    <a:pt x="5973" y="19074"/>
                  </a:lnTo>
                  <a:lnTo>
                    <a:pt x="8173" y="18710"/>
                  </a:lnTo>
                  <a:lnTo>
                    <a:pt x="10437" y="18332"/>
                  </a:lnTo>
                  <a:lnTo>
                    <a:pt x="12750" y="17955"/>
                  </a:lnTo>
                  <a:lnTo>
                    <a:pt x="15127" y="17578"/>
                  </a:lnTo>
                  <a:lnTo>
                    <a:pt x="17553" y="17201"/>
                  </a:lnTo>
                  <a:lnTo>
                    <a:pt x="20030" y="16836"/>
                  </a:lnTo>
                  <a:lnTo>
                    <a:pt x="22558" y="16459"/>
                  </a:lnTo>
                  <a:lnTo>
                    <a:pt x="25135" y="16094"/>
                  </a:lnTo>
                  <a:lnTo>
                    <a:pt x="27738" y="15717"/>
                  </a:lnTo>
                  <a:lnTo>
                    <a:pt x="30391" y="15352"/>
                  </a:lnTo>
                  <a:lnTo>
                    <a:pt x="33082" y="15000"/>
                  </a:lnTo>
                  <a:lnTo>
                    <a:pt x="35798" y="14648"/>
                  </a:lnTo>
                  <a:lnTo>
                    <a:pt x="38552" y="14296"/>
                  </a:lnTo>
                  <a:lnTo>
                    <a:pt x="41330" y="13957"/>
                  </a:lnTo>
                  <a:lnTo>
                    <a:pt x="44134" y="13630"/>
                  </a:lnTo>
                  <a:lnTo>
                    <a:pt x="46963" y="13303"/>
                  </a:lnTo>
                  <a:lnTo>
                    <a:pt x="49818" y="12989"/>
                  </a:lnTo>
                  <a:lnTo>
                    <a:pt x="52672" y="12687"/>
                  </a:lnTo>
                  <a:lnTo>
                    <a:pt x="55564" y="12385"/>
                  </a:lnTo>
                  <a:lnTo>
                    <a:pt x="58456" y="12108"/>
                  </a:lnTo>
                  <a:lnTo>
                    <a:pt x="61348" y="11832"/>
                  </a:lnTo>
                  <a:lnTo>
                    <a:pt x="64265" y="11580"/>
                  </a:lnTo>
                  <a:lnTo>
                    <a:pt x="67169" y="11341"/>
                  </a:lnTo>
                  <a:lnTo>
                    <a:pt x="70086" y="11103"/>
                  </a:lnTo>
                  <a:lnTo>
                    <a:pt x="73003" y="10889"/>
                  </a:lnTo>
                  <a:lnTo>
                    <a:pt x="75908" y="10700"/>
                  </a:lnTo>
                  <a:lnTo>
                    <a:pt x="78813" y="10512"/>
                  </a:lnTo>
                  <a:lnTo>
                    <a:pt x="81704" y="10348"/>
                  </a:lnTo>
                  <a:lnTo>
                    <a:pt x="84584" y="10210"/>
                  </a:lnTo>
                  <a:lnTo>
                    <a:pt x="87451" y="10084"/>
                  </a:lnTo>
                  <a:lnTo>
                    <a:pt x="90292" y="9971"/>
                  </a:lnTo>
                  <a:lnTo>
                    <a:pt x="93121" y="9895"/>
                  </a:lnTo>
                  <a:lnTo>
                    <a:pt x="95925" y="9820"/>
                  </a:lnTo>
                  <a:lnTo>
                    <a:pt x="98704" y="9782"/>
                  </a:lnTo>
                  <a:lnTo>
                    <a:pt x="101458" y="9770"/>
                  </a:lnTo>
                  <a:lnTo>
                    <a:pt x="104174" y="9770"/>
                  </a:lnTo>
                  <a:lnTo>
                    <a:pt x="106864" y="9795"/>
                  </a:lnTo>
                  <a:lnTo>
                    <a:pt x="109505" y="9845"/>
                  </a:lnTo>
                  <a:lnTo>
                    <a:pt x="112120" y="9933"/>
                  </a:lnTo>
                  <a:lnTo>
                    <a:pt x="114685" y="10034"/>
                  </a:lnTo>
                  <a:lnTo>
                    <a:pt x="115955" y="10097"/>
                  </a:lnTo>
                  <a:lnTo>
                    <a:pt x="117213" y="10172"/>
                  </a:lnTo>
                  <a:lnTo>
                    <a:pt x="118457" y="10248"/>
                  </a:lnTo>
                  <a:lnTo>
                    <a:pt x="119690" y="10336"/>
                  </a:lnTo>
                  <a:lnTo>
                    <a:pt x="120909" y="10424"/>
                  </a:lnTo>
                  <a:lnTo>
                    <a:pt x="122116" y="10524"/>
                  </a:lnTo>
                  <a:lnTo>
                    <a:pt x="123311" y="10625"/>
                  </a:lnTo>
                  <a:lnTo>
                    <a:pt x="124480" y="10738"/>
                  </a:lnTo>
                  <a:lnTo>
                    <a:pt x="125650" y="10864"/>
                  </a:lnTo>
                  <a:lnTo>
                    <a:pt x="126806" y="10989"/>
                  </a:lnTo>
                  <a:lnTo>
                    <a:pt x="127938" y="11128"/>
                  </a:lnTo>
                  <a:lnTo>
                    <a:pt x="129070" y="11279"/>
                  </a:lnTo>
                  <a:lnTo>
                    <a:pt x="130176" y="11429"/>
                  </a:lnTo>
                  <a:lnTo>
                    <a:pt x="131257" y="11580"/>
                  </a:lnTo>
                  <a:lnTo>
                    <a:pt x="132339" y="11756"/>
                  </a:lnTo>
                  <a:lnTo>
                    <a:pt x="133395" y="11932"/>
                  </a:lnTo>
                  <a:lnTo>
                    <a:pt x="134439" y="12121"/>
                  </a:lnTo>
                  <a:lnTo>
                    <a:pt x="135470" y="12310"/>
                  </a:lnTo>
                  <a:lnTo>
                    <a:pt x="136476" y="12511"/>
                  </a:lnTo>
                  <a:lnTo>
                    <a:pt x="137469" y="12725"/>
                  </a:lnTo>
                  <a:lnTo>
                    <a:pt x="138437" y="12951"/>
                  </a:lnTo>
                  <a:lnTo>
                    <a:pt x="139393" y="13177"/>
                  </a:lnTo>
                  <a:lnTo>
                    <a:pt x="140336" y="13416"/>
                  </a:lnTo>
                  <a:lnTo>
                    <a:pt x="141254" y="13655"/>
                  </a:lnTo>
                  <a:lnTo>
                    <a:pt x="142146" y="13919"/>
                  </a:lnTo>
                  <a:lnTo>
                    <a:pt x="143026" y="14183"/>
                  </a:lnTo>
                  <a:lnTo>
                    <a:pt x="143894" y="14447"/>
                  </a:lnTo>
                  <a:lnTo>
                    <a:pt x="144724" y="14736"/>
                  </a:lnTo>
                  <a:lnTo>
                    <a:pt x="145541" y="15025"/>
                  </a:lnTo>
                  <a:lnTo>
                    <a:pt x="146346" y="15327"/>
                  </a:lnTo>
                  <a:lnTo>
                    <a:pt x="147125" y="15642"/>
                  </a:lnTo>
                  <a:lnTo>
                    <a:pt x="147880" y="15968"/>
                  </a:lnTo>
                  <a:lnTo>
                    <a:pt x="148609" y="16295"/>
                  </a:lnTo>
                  <a:lnTo>
                    <a:pt x="149313" y="16635"/>
                  </a:lnTo>
                  <a:lnTo>
                    <a:pt x="150005" y="16987"/>
                  </a:lnTo>
                  <a:lnTo>
                    <a:pt x="150671" y="17352"/>
                  </a:lnTo>
                  <a:lnTo>
                    <a:pt x="151312" y="17729"/>
                  </a:lnTo>
                  <a:lnTo>
                    <a:pt x="151929" y="18106"/>
                  </a:lnTo>
                  <a:lnTo>
                    <a:pt x="152520" y="18508"/>
                  </a:lnTo>
                  <a:lnTo>
                    <a:pt x="153098" y="18911"/>
                  </a:lnTo>
                  <a:lnTo>
                    <a:pt x="153639" y="19326"/>
                  </a:lnTo>
                  <a:lnTo>
                    <a:pt x="154154" y="19741"/>
                  </a:lnTo>
                  <a:lnTo>
                    <a:pt x="154657" y="20181"/>
                  </a:lnTo>
                  <a:lnTo>
                    <a:pt x="155122" y="20633"/>
                  </a:lnTo>
                  <a:lnTo>
                    <a:pt x="155399" y="20910"/>
                  </a:lnTo>
                  <a:lnTo>
                    <a:pt x="155650" y="21187"/>
                  </a:lnTo>
                  <a:lnTo>
                    <a:pt x="155902" y="21463"/>
                  </a:lnTo>
                  <a:lnTo>
                    <a:pt x="156153" y="21752"/>
                  </a:lnTo>
                  <a:lnTo>
                    <a:pt x="156380" y="22042"/>
                  </a:lnTo>
                  <a:lnTo>
                    <a:pt x="156593" y="22331"/>
                  </a:lnTo>
                  <a:lnTo>
                    <a:pt x="156807" y="22620"/>
                  </a:lnTo>
                  <a:lnTo>
                    <a:pt x="157008" y="22909"/>
                  </a:lnTo>
                  <a:lnTo>
                    <a:pt x="157197" y="23211"/>
                  </a:lnTo>
                  <a:lnTo>
                    <a:pt x="157373" y="23513"/>
                  </a:lnTo>
                  <a:lnTo>
                    <a:pt x="157536" y="23814"/>
                  </a:lnTo>
                  <a:lnTo>
                    <a:pt x="157700" y="24116"/>
                  </a:lnTo>
                  <a:lnTo>
                    <a:pt x="157838" y="24418"/>
                  </a:lnTo>
                  <a:lnTo>
                    <a:pt x="157977" y="24732"/>
                  </a:lnTo>
                  <a:lnTo>
                    <a:pt x="158102" y="25047"/>
                  </a:lnTo>
                  <a:lnTo>
                    <a:pt x="158228" y="25361"/>
                  </a:lnTo>
                  <a:lnTo>
                    <a:pt x="158329" y="25675"/>
                  </a:lnTo>
                  <a:lnTo>
                    <a:pt x="158429" y="25990"/>
                  </a:lnTo>
                  <a:lnTo>
                    <a:pt x="158517" y="26304"/>
                  </a:lnTo>
                  <a:lnTo>
                    <a:pt x="158593" y="26631"/>
                  </a:lnTo>
                  <a:lnTo>
                    <a:pt x="158656" y="26958"/>
                  </a:lnTo>
                  <a:lnTo>
                    <a:pt x="158718" y="27285"/>
                  </a:lnTo>
                  <a:lnTo>
                    <a:pt x="158756" y="27612"/>
                  </a:lnTo>
                  <a:lnTo>
                    <a:pt x="158794" y="27951"/>
                  </a:lnTo>
                  <a:lnTo>
                    <a:pt x="158819" y="28278"/>
                  </a:lnTo>
                  <a:lnTo>
                    <a:pt x="158844" y="28618"/>
                  </a:lnTo>
                  <a:lnTo>
                    <a:pt x="158844" y="28957"/>
                  </a:lnTo>
                  <a:lnTo>
                    <a:pt x="158844" y="29297"/>
                  </a:lnTo>
                  <a:lnTo>
                    <a:pt x="158832" y="29649"/>
                  </a:lnTo>
                  <a:lnTo>
                    <a:pt x="158819" y="29988"/>
                  </a:lnTo>
                  <a:lnTo>
                    <a:pt x="158781" y="30340"/>
                  </a:lnTo>
                  <a:lnTo>
                    <a:pt x="158744" y="30692"/>
                  </a:lnTo>
                  <a:lnTo>
                    <a:pt x="158693" y="31044"/>
                  </a:lnTo>
                  <a:lnTo>
                    <a:pt x="158643" y="31396"/>
                  </a:lnTo>
                  <a:lnTo>
                    <a:pt x="158568" y="31748"/>
                  </a:lnTo>
                  <a:lnTo>
                    <a:pt x="158492" y="32113"/>
                  </a:lnTo>
                  <a:lnTo>
                    <a:pt x="158404" y="32478"/>
                  </a:lnTo>
                  <a:lnTo>
                    <a:pt x="158316" y="32842"/>
                  </a:lnTo>
                  <a:lnTo>
                    <a:pt x="158215" y="33207"/>
                  </a:lnTo>
                  <a:lnTo>
                    <a:pt x="158102" y="33572"/>
                  </a:lnTo>
                  <a:lnTo>
                    <a:pt x="157977" y="33936"/>
                  </a:lnTo>
                  <a:lnTo>
                    <a:pt x="157838" y="34313"/>
                  </a:lnTo>
                  <a:lnTo>
                    <a:pt x="157549" y="35068"/>
                  </a:lnTo>
                  <a:lnTo>
                    <a:pt x="157222" y="35822"/>
                  </a:lnTo>
                  <a:lnTo>
                    <a:pt x="156870" y="36589"/>
                  </a:lnTo>
                  <a:lnTo>
                    <a:pt x="156468" y="37369"/>
                  </a:lnTo>
                  <a:lnTo>
                    <a:pt x="156040" y="38161"/>
                  </a:lnTo>
                  <a:lnTo>
                    <a:pt x="155575" y="38953"/>
                  </a:lnTo>
                  <a:lnTo>
                    <a:pt x="155085" y="39758"/>
                  </a:lnTo>
                  <a:lnTo>
                    <a:pt x="154544" y="40562"/>
                  </a:lnTo>
                  <a:lnTo>
                    <a:pt x="153991" y="41380"/>
                  </a:lnTo>
                  <a:lnTo>
                    <a:pt x="153387" y="42210"/>
                  </a:lnTo>
                  <a:lnTo>
                    <a:pt x="152758" y="43039"/>
                  </a:lnTo>
                  <a:lnTo>
                    <a:pt x="153111" y="43266"/>
                  </a:lnTo>
                  <a:lnTo>
                    <a:pt x="153437" y="43505"/>
                  </a:lnTo>
                  <a:lnTo>
                    <a:pt x="153777" y="43744"/>
                  </a:lnTo>
                  <a:lnTo>
                    <a:pt x="154104" y="43995"/>
                  </a:lnTo>
                  <a:lnTo>
                    <a:pt x="154418" y="44259"/>
                  </a:lnTo>
                  <a:lnTo>
                    <a:pt x="154733" y="44523"/>
                  </a:lnTo>
                  <a:lnTo>
                    <a:pt x="155034" y="44800"/>
                  </a:lnTo>
                  <a:lnTo>
                    <a:pt x="155336" y="45076"/>
                  </a:lnTo>
                  <a:lnTo>
                    <a:pt x="155625" y="45366"/>
                  </a:lnTo>
                  <a:lnTo>
                    <a:pt x="155914" y="45667"/>
                  </a:lnTo>
                  <a:lnTo>
                    <a:pt x="156191" y="45969"/>
                  </a:lnTo>
                  <a:lnTo>
                    <a:pt x="156468" y="46283"/>
                  </a:lnTo>
                  <a:lnTo>
                    <a:pt x="156732" y="46598"/>
                  </a:lnTo>
                  <a:lnTo>
                    <a:pt x="156983" y="46925"/>
                  </a:lnTo>
                  <a:lnTo>
                    <a:pt x="157235" y="47252"/>
                  </a:lnTo>
                  <a:lnTo>
                    <a:pt x="157474" y="47591"/>
                  </a:lnTo>
                  <a:lnTo>
                    <a:pt x="157713" y="47931"/>
                  </a:lnTo>
                  <a:lnTo>
                    <a:pt x="157939" y="48283"/>
                  </a:lnTo>
                  <a:lnTo>
                    <a:pt x="158165" y="48647"/>
                  </a:lnTo>
                  <a:lnTo>
                    <a:pt x="158366" y="49012"/>
                  </a:lnTo>
                  <a:lnTo>
                    <a:pt x="158580" y="49377"/>
                  </a:lnTo>
                  <a:lnTo>
                    <a:pt x="158769" y="49754"/>
                  </a:lnTo>
                  <a:lnTo>
                    <a:pt x="158957" y="50144"/>
                  </a:lnTo>
                  <a:lnTo>
                    <a:pt x="159146" y="50533"/>
                  </a:lnTo>
                  <a:lnTo>
                    <a:pt x="159322" y="50936"/>
                  </a:lnTo>
                  <a:lnTo>
                    <a:pt x="159485" y="51338"/>
                  </a:lnTo>
                  <a:lnTo>
                    <a:pt x="159636" y="51740"/>
                  </a:lnTo>
                  <a:lnTo>
                    <a:pt x="159787" y="52155"/>
                  </a:lnTo>
                  <a:lnTo>
                    <a:pt x="159925" y="52570"/>
                  </a:lnTo>
                  <a:lnTo>
                    <a:pt x="160064" y="52998"/>
                  </a:lnTo>
                  <a:lnTo>
                    <a:pt x="160190" y="53438"/>
                  </a:lnTo>
                  <a:lnTo>
                    <a:pt x="160303" y="53865"/>
                  </a:lnTo>
                  <a:lnTo>
                    <a:pt x="162792" y="52193"/>
                  </a:lnTo>
                  <a:lnTo>
                    <a:pt x="165232" y="50533"/>
                  </a:lnTo>
                  <a:lnTo>
                    <a:pt x="167608" y="48874"/>
                  </a:lnTo>
                  <a:lnTo>
                    <a:pt x="169934" y="47214"/>
                  </a:lnTo>
                  <a:lnTo>
                    <a:pt x="171066" y="46397"/>
                  </a:lnTo>
                  <a:lnTo>
                    <a:pt x="172185" y="45579"/>
                  </a:lnTo>
                  <a:lnTo>
                    <a:pt x="173291" y="44762"/>
                  </a:lnTo>
                  <a:lnTo>
                    <a:pt x="174373" y="43945"/>
                  </a:lnTo>
                  <a:lnTo>
                    <a:pt x="175441" y="43140"/>
                  </a:lnTo>
                  <a:lnTo>
                    <a:pt x="176485" y="42335"/>
                  </a:lnTo>
                  <a:lnTo>
                    <a:pt x="177516" y="41531"/>
                  </a:lnTo>
                  <a:lnTo>
                    <a:pt x="178522" y="40726"/>
                  </a:lnTo>
                  <a:lnTo>
                    <a:pt x="179515" y="39934"/>
                  </a:lnTo>
                  <a:lnTo>
                    <a:pt x="180483" y="39142"/>
                  </a:lnTo>
                  <a:lnTo>
                    <a:pt x="181439" y="38350"/>
                  </a:lnTo>
                  <a:lnTo>
                    <a:pt x="182370" y="37557"/>
                  </a:lnTo>
                  <a:lnTo>
                    <a:pt x="183275" y="36778"/>
                  </a:lnTo>
                  <a:lnTo>
                    <a:pt x="184168" y="36011"/>
                  </a:lnTo>
                  <a:lnTo>
                    <a:pt x="185035" y="35231"/>
                  </a:lnTo>
                  <a:lnTo>
                    <a:pt x="185878" y="34464"/>
                  </a:lnTo>
                  <a:lnTo>
                    <a:pt x="186695" y="33710"/>
                  </a:lnTo>
                  <a:lnTo>
                    <a:pt x="187500" y="32955"/>
                  </a:lnTo>
                  <a:lnTo>
                    <a:pt x="188267" y="32201"/>
                  </a:lnTo>
                  <a:lnTo>
                    <a:pt x="189021" y="31459"/>
                  </a:lnTo>
                  <a:lnTo>
                    <a:pt x="189750" y="30717"/>
                  </a:lnTo>
                  <a:lnTo>
                    <a:pt x="190442" y="29976"/>
                  </a:lnTo>
                  <a:lnTo>
                    <a:pt x="191121" y="29246"/>
                  </a:lnTo>
                  <a:lnTo>
                    <a:pt x="191775" y="28530"/>
                  </a:lnTo>
                  <a:lnTo>
                    <a:pt x="192403" y="27813"/>
                  </a:lnTo>
                  <a:lnTo>
                    <a:pt x="192994" y="27109"/>
                  </a:lnTo>
                  <a:lnTo>
                    <a:pt x="193573" y="26405"/>
                  </a:lnTo>
                  <a:lnTo>
                    <a:pt x="194113" y="25700"/>
                  </a:lnTo>
                  <a:lnTo>
                    <a:pt x="194629" y="25009"/>
                  </a:lnTo>
                  <a:lnTo>
                    <a:pt x="195119" y="24330"/>
                  </a:lnTo>
                  <a:lnTo>
                    <a:pt x="195585" y="23651"/>
                  </a:lnTo>
                  <a:lnTo>
                    <a:pt x="196012" y="22985"/>
                  </a:lnTo>
                  <a:lnTo>
                    <a:pt x="196414" y="22331"/>
                  </a:lnTo>
                  <a:lnTo>
                    <a:pt x="196792" y="21677"/>
                  </a:lnTo>
                  <a:lnTo>
                    <a:pt x="197131" y="21023"/>
                  </a:lnTo>
                  <a:lnTo>
                    <a:pt x="197445" y="20394"/>
                  </a:lnTo>
                  <a:lnTo>
                    <a:pt x="197722" y="19753"/>
                  </a:lnTo>
                  <a:lnTo>
                    <a:pt x="197974" y="19137"/>
                  </a:lnTo>
                  <a:lnTo>
                    <a:pt x="198200" y="18521"/>
                  </a:lnTo>
                  <a:lnTo>
                    <a:pt x="198388" y="17917"/>
                  </a:lnTo>
                  <a:lnTo>
                    <a:pt x="198539" y="17326"/>
                  </a:lnTo>
                  <a:lnTo>
                    <a:pt x="198602" y="17025"/>
                  </a:lnTo>
                  <a:lnTo>
                    <a:pt x="198665" y="16735"/>
                  </a:lnTo>
                  <a:lnTo>
                    <a:pt x="198703" y="16446"/>
                  </a:lnTo>
                  <a:lnTo>
                    <a:pt x="198753" y="16157"/>
                  </a:lnTo>
                  <a:lnTo>
                    <a:pt x="198778" y="15868"/>
                  </a:lnTo>
                  <a:lnTo>
                    <a:pt x="198803" y="15591"/>
                  </a:lnTo>
                  <a:lnTo>
                    <a:pt x="198816" y="15302"/>
                  </a:lnTo>
                  <a:lnTo>
                    <a:pt x="198829" y="15025"/>
                  </a:lnTo>
                  <a:lnTo>
                    <a:pt x="198816" y="14749"/>
                  </a:lnTo>
                  <a:lnTo>
                    <a:pt x="198803" y="14485"/>
                  </a:lnTo>
                  <a:lnTo>
                    <a:pt x="198791" y="14208"/>
                  </a:lnTo>
                  <a:lnTo>
                    <a:pt x="198766" y="13944"/>
                  </a:lnTo>
                  <a:lnTo>
                    <a:pt x="198728" y="13668"/>
                  </a:lnTo>
                  <a:lnTo>
                    <a:pt x="198678" y="13403"/>
                  </a:lnTo>
                  <a:lnTo>
                    <a:pt x="198615" y="13139"/>
                  </a:lnTo>
                  <a:lnTo>
                    <a:pt x="198552" y="12888"/>
                  </a:lnTo>
                  <a:lnTo>
                    <a:pt x="198489" y="12624"/>
                  </a:lnTo>
                  <a:lnTo>
                    <a:pt x="198401" y="12372"/>
                  </a:lnTo>
                  <a:lnTo>
                    <a:pt x="198313" y="12121"/>
                  </a:lnTo>
                  <a:lnTo>
                    <a:pt x="198212" y="11869"/>
                  </a:lnTo>
                  <a:lnTo>
                    <a:pt x="198099" y="11631"/>
                  </a:lnTo>
                  <a:lnTo>
                    <a:pt x="197974" y="11379"/>
                  </a:lnTo>
                  <a:lnTo>
                    <a:pt x="197848" y="11140"/>
                  </a:lnTo>
                  <a:lnTo>
                    <a:pt x="197709" y="10901"/>
                  </a:lnTo>
                  <a:lnTo>
                    <a:pt x="197559" y="10662"/>
                  </a:lnTo>
                  <a:lnTo>
                    <a:pt x="197408" y="10436"/>
                  </a:lnTo>
                  <a:lnTo>
                    <a:pt x="197244" y="10210"/>
                  </a:lnTo>
                  <a:lnTo>
                    <a:pt x="197068" y="9971"/>
                  </a:lnTo>
                  <a:lnTo>
                    <a:pt x="196880" y="9757"/>
                  </a:lnTo>
                  <a:lnTo>
                    <a:pt x="196678" y="9531"/>
                  </a:lnTo>
                  <a:lnTo>
                    <a:pt x="196452" y="9279"/>
                  </a:lnTo>
                  <a:lnTo>
                    <a:pt x="196213" y="9040"/>
                  </a:lnTo>
                  <a:lnTo>
                    <a:pt x="195962" y="8802"/>
                  </a:lnTo>
                  <a:lnTo>
                    <a:pt x="195710" y="8563"/>
                  </a:lnTo>
                  <a:lnTo>
                    <a:pt x="195446" y="8336"/>
                  </a:lnTo>
                  <a:lnTo>
                    <a:pt x="195170" y="8110"/>
                  </a:lnTo>
                  <a:lnTo>
                    <a:pt x="194880" y="7884"/>
                  </a:lnTo>
                  <a:lnTo>
                    <a:pt x="194591" y="7657"/>
                  </a:lnTo>
                  <a:lnTo>
                    <a:pt x="194277" y="7444"/>
                  </a:lnTo>
                  <a:lnTo>
                    <a:pt x="193975" y="7230"/>
                  </a:lnTo>
                  <a:lnTo>
                    <a:pt x="193648" y="7016"/>
                  </a:lnTo>
                  <a:lnTo>
                    <a:pt x="193321" y="6815"/>
                  </a:lnTo>
                  <a:lnTo>
                    <a:pt x="192630" y="6413"/>
                  </a:lnTo>
                  <a:lnTo>
                    <a:pt x="191913" y="6023"/>
                  </a:lnTo>
                  <a:lnTo>
                    <a:pt x="191159" y="5646"/>
                  </a:lnTo>
                  <a:lnTo>
                    <a:pt x="190366" y="5281"/>
                  </a:lnTo>
                  <a:lnTo>
                    <a:pt x="189537" y="4929"/>
                  </a:lnTo>
                  <a:lnTo>
                    <a:pt x="188682" y="4602"/>
                  </a:lnTo>
                  <a:lnTo>
                    <a:pt x="187801" y="4275"/>
                  </a:lnTo>
                  <a:lnTo>
                    <a:pt x="186884" y="3973"/>
                  </a:lnTo>
                  <a:lnTo>
                    <a:pt x="185928" y="3672"/>
                  </a:lnTo>
                  <a:lnTo>
                    <a:pt x="184947" y="3382"/>
                  </a:lnTo>
                  <a:lnTo>
                    <a:pt x="183941" y="3118"/>
                  </a:lnTo>
                  <a:lnTo>
                    <a:pt x="182898" y="2854"/>
                  </a:lnTo>
                  <a:lnTo>
                    <a:pt x="181829" y="2603"/>
                  </a:lnTo>
                  <a:lnTo>
                    <a:pt x="180722" y="2376"/>
                  </a:lnTo>
                  <a:lnTo>
                    <a:pt x="179603" y="2150"/>
                  </a:lnTo>
                  <a:lnTo>
                    <a:pt x="178447" y="1936"/>
                  </a:lnTo>
                  <a:lnTo>
                    <a:pt x="177265" y="1735"/>
                  </a:lnTo>
                  <a:lnTo>
                    <a:pt x="176058" y="1547"/>
                  </a:lnTo>
                  <a:lnTo>
                    <a:pt x="174825" y="1371"/>
                  </a:lnTo>
                  <a:lnTo>
                    <a:pt x="173568" y="1207"/>
                  </a:lnTo>
                  <a:lnTo>
                    <a:pt x="172273" y="1056"/>
                  </a:lnTo>
                  <a:lnTo>
                    <a:pt x="170965" y="918"/>
                  </a:lnTo>
                  <a:lnTo>
                    <a:pt x="169632" y="780"/>
                  </a:lnTo>
                  <a:lnTo>
                    <a:pt x="168274" y="666"/>
                  </a:lnTo>
                  <a:lnTo>
                    <a:pt x="166891" y="553"/>
                  </a:lnTo>
                  <a:lnTo>
                    <a:pt x="165496" y="453"/>
                  </a:lnTo>
                  <a:lnTo>
                    <a:pt x="164062" y="365"/>
                  </a:lnTo>
                  <a:lnTo>
                    <a:pt x="162616" y="277"/>
                  </a:lnTo>
                  <a:lnTo>
                    <a:pt x="161145" y="214"/>
                  </a:lnTo>
                  <a:lnTo>
                    <a:pt x="159661" y="151"/>
                  </a:lnTo>
                  <a:lnTo>
                    <a:pt x="158153" y="101"/>
                  </a:lnTo>
                  <a:lnTo>
                    <a:pt x="156631" y="63"/>
                  </a:lnTo>
                  <a:lnTo>
                    <a:pt x="155072" y="38"/>
                  </a:lnTo>
                  <a:lnTo>
                    <a:pt x="153513" y="13"/>
                  </a:lnTo>
                  <a:lnTo>
                    <a:pt x="151929" y="0"/>
                  </a:lnTo>
                  <a:close/>
                  <a:moveTo>
                    <a:pt x="116823" y="74184"/>
                  </a:moveTo>
                  <a:lnTo>
                    <a:pt x="116785" y="74209"/>
                  </a:lnTo>
                  <a:lnTo>
                    <a:pt x="114472" y="75831"/>
                  </a:lnTo>
                  <a:lnTo>
                    <a:pt x="112120" y="77453"/>
                  </a:lnTo>
                  <a:lnTo>
                    <a:pt x="109706" y="79101"/>
                  </a:lnTo>
                  <a:lnTo>
                    <a:pt x="107254" y="80748"/>
                  </a:lnTo>
                  <a:lnTo>
                    <a:pt x="104752" y="82407"/>
                  </a:lnTo>
                  <a:lnTo>
                    <a:pt x="102212" y="84080"/>
                  </a:lnTo>
                  <a:lnTo>
                    <a:pt x="99622" y="85765"/>
                  </a:lnTo>
                  <a:lnTo>
                    <a:pt x="96994" y="87450"/>
                  </a:lnTo>
                  <a:lnTo>
                    <a:pt x="94328" y="89160"/>
                  </a:lnTo>
                  <a:lnTo>
                    <a:pt x="91613" y="90870"/>
                  </a:lnTo>
                  <a:lnTo>
                    <a:pt x="88871" y="92592"/>
                  </a:lnTo>
                  <a:lnTo>
                    <a:pt x="86105" y="94327"/>
                  </a:lnTo>
                  <a:lnTo>
                    <a:pt x="83301" y="96075"/>
                  </a:lnTo>
                  <a:lnTo>
                    <a:pt x="80460" y="97823"/>
                  </a:lnTo>
                  <a:lnTo>
                    <a:pt x="74701" y="101369"/>
                  </a:lnTo>
                  <a:lnTo>
                    <a:pt x="74085" y="101721"/>
                  </a:lnTo>
                  <a:lnTo>
                    <a:pt x="74009" y="101783"/>
                  </a:lnTo>
                  <a:lnTo>
                    <a:pt x="73959" y="101859"/>
                  </a:lnTo>
                  <a:lnTo>
                    <a:pt x="73921" y="101934"/>
                  </a:lnTo>
                  <a:lnTo>
                    <a:pt x="73896" y="102022"/>
                  </a:lnTo>
                  <a:lnTo>
                    <a:pt x="73884" y="102110"/>
                  </a:lnTo>
                  <a:lnTo>
                    <a:pt x="73896" y="102198"/>
                  </a:lnTo>
                  <a:lnTo>
                    <a:pt x="73921" y="102286"/>
                  </a:lnTo>
                  <a:lnTo>
                    <a:pt x="73972" y="102362"/>
                  </a:lnTo>
                  <a:lnTo>
                    <a:pt x="74035" y="102437"/>
                  </a:lnTo>
                  <a:lnTo>
                    <a:pt x="74110" y="102488"/>
                  </a:lnTo>
                  <a:lnTo>
                    <a:pt x="74185" y="102538"/>
                  </a:lnTo>
                  <a:lnTo>
                    <a:pt x="74273" y="102550"/>
                  </a:lnTo>
                  <a:lnTo>
                    <a:pt x="74361" y="102563"/>
                  </a:lnTo>
                  <a:lnTo>
                    <a:pt x="74449" y="102550"/>
                  </a:lnTo>
                  <a:lnTo>
                    <a:pt x="74537" y="102525"/>
                  </a:lnTo>
                  <a:lnTo>
                    <a:pt x="74613" y="102475"/>
                  </a:lnTo>
                  <a:lnTo>
                    <a:pt x="75128" y="102211"/>
                  </a:lnTo>
                  <a:lnTo>
                    <a:pt x="80158" y="99570"/>
                  </a:lnTo>
                  <a:lnTo>
                    <a:pt x="85338" y="96829"/>
                  </a:lnTo>
                  <a:lnTo>
                    <a:pt x="90657" y="94000"/>
                  </a:lnTo>
                  <a:lnTo>
                    <a:pt x="96089" y="91083"/>
                  </a:lnTo>
                  <a:lnTo>
                    <a:pt x="101621" y="88091"/>
                  </a:lnTo>
                  <a:lnTo>
                    <a:pt x="107229" y="85048"/>
                  </a:lnTo>
                  <a:lnTo>
                    <a:pt x="112900" y="81955"/>
                  </a:lnTo>
                  <a:lnTo>
                    <a:pt x="118583" y="78837"/>
                  </a:lnTo>
                  <a:lnTo>
                    <a:pt x="118835" y="78698"/>
                  </a:lnTo>
                  <a:lnTo>
                    <a:pt x="118520" y="78183"/>
                  </a:lnTo>
                  <a:lnTo>
                    <a:pt x="118231" y="77655"/>
                  </a:lnTo>
                  <a:lnTo>
                    <a:pt x="117954" y="77101"/>
                  </a:lnTo>
                  <a:lnTo>
                    <a:pt x="117690" y="76548"/>
                  </a:lnTo>
                  <a:lnTo>
                    <a:pt x="117452" y="75970"/>
                  </a:lnTo>
                  <a:lnTo>
                    <a:pt x="117225" y="75391"/>
                  </a:lnTo>
                  <a:lnTo>
                    <a:pt x="117011" y="74788"/>
                  </a:lnTo>
                  <a:lnTo>
                    <a:pt x="116823" y="74184"/>
                  </a:lnTo>
                  <a:close/>
                </a:path>
              </a:pathLst>
            </a:custGeom>
            <a:solidFill>
              <a:srgbClr val="CC2427"/>
            </a:solidFill>
            <a:ln>
              <a:noFill/>
            </a:ln>
          </p:spPr>
          <p:txBody>
            <a:bodyPr anchorCtr="0" anchor="ctr" bIns="88875" lIns="88875" spcFirstLastPara="1" rIns="88875" wrap="square" tIns="88875">
              <a:noAutofit/>
            </a:bodyPr>
            <a:lstStyle/>
            <a:p>
              <a:pPr indent="0" lvl="0" marL="0" rtl="0" algn="l">
                <a:spcBef>
                  <a:spcPts val="0"/>
                </a:spcBef>
                <a:spcAft>
                  <a:spcPts val="0"/>
                </a:spcAft>
                <a:buNone/>
              </a:pPr>
              <a:r>
                <a:t/>
              </a:r>
              <a:endParaRPr/>
            </a:p>
          </p:txBody>
        </p:sp>
        <p:sp>
          <p:nvSpPr>
            <p:cNvPr id="43" name="Google Shape;43;p9"/>
            <p:cNvSpPr/>
            <p:nvPr/>
          </p:nvSpPr>
          <p:spPr>
            <a:xfrm>
              <a:off x="5123000" y="2638850"/>
              <a:ext cx="1008750" cy="1050225"/>
            </a:xfrm>
            <a:custGeom>
              <a:rect b="b" l="l" r="r" t="t"/>
              <a:pathLst>
                <a:path extrusionOk="0" h="42009" w="40350">
                  <a:moveTo>
                    <a:pt x="22796" y="1698"/>
                  </a:moveTo>
                  <a:lnTo>
                    <a:pt x="23086" y="1711"/>
                  </a:lnTo>
                  <a:lnTo>
                    <a:pt x="23375" y="1723"/>
                  </a:lnTo>
                  <a:lnTo>
                    <a:pt x="23652" y="1736"/>
                  </a:lnTo>
                  <a:lnTo>
                    <a:pt x="23941" y="1773"/>
                  </a:lnTo>
                  <a:lnTo>
                    <a:pt x="24217" y="1811"/>
                  </a:lnTo>
                  <a:lnTo>
                    <a:pt x="24494" y="1861"/>
                  </a:lnTo>
                  <a:lnTo>
                    <a:pt x="24758" y="1912"/>
                  </a:lnTo>
                  <a:lnTo>
                    <a:pt x="25035" y="1975"/>
                  </a:lnTo>
                  <a:lnTo>
                    <a:pt x="25299" y="2050"/>
                  </a:lnTo>
                  <a:lnTo>
                    <a:pt x="25563" y="2125"/>
                  </a:lnTo>
                  <a:lnTo>
                    <a:pt x="25827" y="2214"/>
                  </a:lnTo>
                  <a:lnTo>
                    <a:pt x="26091" y="2314"/>
                  </a:lnTo>
                  <a:lnTo>
                    <a:pt x="26355" y="2415"/>
                  </a:lnTo>
                  <a:lnTo>
                    <a:pt x="26606" y="2528"/>
                  </a:lnTo>
                  <a:lnTo>
                    <a:pt x="26858" y="2641"/>
                  </a:lnTo>
                  <a:lnTo>
                    <a:pt x="27109" y="2767"/>
                  </a:lnTo>
                  <a:lnTo>
                    <a:pt x="27348" y="2905"/>
                  </a:lnTo>
                  <a:lnTo>
                    <a:pt x="27600" y="3043"/>
                  </a:lnTo>
                  <a:lnTo>
                    <a:pt x="27839" y="3182"/>
                  </a:lnTo>
                  <a:lnTo>
                    <a:pt x="28065" y="3345"/>
                  </a:lnTo>
                  <a:lnTo>
                    <a:pt x="28530" y="3672"/>
                  </a:lnTo>
                  <a:lnTo>
                    <a:pt x="28983" y="4024"/>
                  </a:lnTo>
                  <a:lnTo>
                    <a:pt x="29410" y="4401"/>
                  </a:lnTo>
                  <a:lnTo>
                    <a:pt x="29825" y="4804"/>
                  </a:lnTo>
                  <a:lnTo>
                    <a:pt x="30228" y="5231"/>
                  </a:lnTo>
                  <a:lnTo>
                    <a:pt x="30617" y="5671"/>
                  </a:lnTo>
                  <a:lnTo>
                    <a:pt x="30982" y="6149"/>
                  </a:lnTo>
                  <a:lnTo>
                    <a:pt x="31334" y="6639"/>
                  </a:lnTo>
                  <a:lnTo>
                    <a:pt x="31661" y="7155"/>
                  </a:lnTo>
                  <a:lnTo>
                    <a:pt x="31975" y="7683"/>
                  </a:lnTo>
                  <a:lnTo>
                    <a:pt x="32264" y="8236"/>
                  </a:lnTo>
                  <a:lnTo>
                    <a:pt x="32541" y="8802"/>
                  </a:lnTo>
                  <a:lnTo>
                    <a:pt x="32793" y="9380"/>
                  </a:lnTo>
                  <a:lnTo>
                    <a:pt x="33019" y="9984"/>
                  </a:lnTo>
                  <a:lnTo>
                    <a:pt x="33233" y="10600"/>
                  </a:lnTo>
                  <a:lnTo>
                    <a:pt x="33421" y="11229"/>
                  </a:lnTo>
                  <a:lnTo>
                    <a:pt x="33572" y="11870"/>
                  </a:lnTo>
                  <a:lnTo>
                    <a:pt x="33710" y="12524"/>
                  </a:lnTo>
                  <a:lnTo>
                    <a:pt x="33824" y="13190"/>
                  </a:lnTo>
                  <a:lnTo>
                    <a:pt x="33924" y="13869"/>
                  </a:lnTo>
                  <a:lnTo>
                    <a:pt x="33987" y="14548"/>
                  </a:lnTo>
                  <a:lnTo>
                    <a:pt x="34012" y="15240"/>
                  </a:lnTo>
                  <a:lnTo>
                    <a:pt x="34025" y="15705"/>
                  </a:lnTo>
                  <a:lnTo>
                    <a:pt x="34037" y="16170"/>
                  </a:lnTo>
                  <a:lnTo>
                    <a:pt x="34037" y="16648"/>
                  </a:lnTo>
                  <a:lnTo>
                    <a:pt x="34025" y="17126"/>
                  </a:lnTo>
                  <a:lnTo>
                    <a:pt x="34000" y="17616"/>
                  </a:lnTo>
                  <a:lnTo>
                    <a:pt x="33975" y="18107"/>
                  </a:lnTo>
                  <a:lnTo>
                    <a:pt x="33937" y="18597"/>
                  </a:lnTo>
                  <a:lnTo>
                    <a:pt x="33899" y="19100"/>
                  </a:lnTo>
                  <a:lnTo>
                    <a:pt x="33836" y="19603"/>
                  </a:lnTo>
                  <a:lnTo>
                    <a:pt x="33786" y="20106"/>
                  </a:lnTo>
                  <a:lnTo>
                    <a:pt x="33710" y="20609"/>
                  </a:lnTo>
                  <a:lnTo>
                    <a:pt x="33635" y="21124"/>
                  </a:lnTo>
                  <a:lnTo>
                    <a:pt x="33547" y="21640"/>
                  </a:lnTo>
                  <a:lnTo>
                    <a:pt x="33459" y="22143"/>
                  </a:lnTo>
                  <a:lnTo>
                    <a:pt x="33358" y="22658"/>
                  </a:lnTo>
                  <a:lnTo>
                    <a:pt x="33245" y="23174"/>
                  </a:lnTo>
                  <a:lnTo>
                    <a:pt x="33120" y="23689"/>
                  </a:lnTo>
                  <a:lnTo>
                    <a:pt x="32994" y="24205"/>
                  </a:lnTo>
                  <a:lnTo>
                    <a:pt x="32868" y="24720"/>
                  </a:lnTo>
                  <a:lnTo>
                    <a:pt x="32717" y="25223"/>
                  </a:lnTo>
                  <a:lnTo>
                    <a:pt x="32566" y="25739"/>
                  </a:lnTo>
                  <a:lnTo>
                    <a:pt x="32403" y="26242"/>
                  </a:lnTo>
                  <a:lnTo>
                    <a:pt x="32227" y="26745"/>
                  </a:lnTo>
                  <a:lnTo>
                    <a:pt x="32051" y="27248"/>
                  </a:lnTo>
                  <a:lnTo>
                    <a:pt x="31862" y="27751"/>
                  </a:lnTo>
                  <a:lnTo>
                    <a:pt x="31674" y="28241"/>
                  </a:lnTo>
                  <a:lnTo>
                    <a:pt x="31460" y="28731"/>
                  </a:lnTo>
                  <a:lnTo>
                    <a:pt x="31246" y="29222"/>
                  </a:lnTo>
                  <a:lnTo>
                    <a:pt x="31032" y="29699"/>
                  </a:lnTo>
                  <a:lnTo>
                    <a:pt x="30793" y="30177"/>
                  </a:lnTo>
                  <a:lnTo>
                    <a:pt x="30554" y="30642"/>
                  </a:lnTo>
                  <a:lnTo>
                    <a:pt x="30303" y="31095"/>
                  </a:lnTo>
                  <a:lnTo>
                    <a:pt x="30052" y="31548"/>
                  </a:lnTo>
                  <a:lnTo>
                    <a:pt x="29775" y="32000"/>
                  </a:lnTo>
                  <a:lnTo>
                    <a:pt x="29498" y="32440"/>
                  </a:lnTo>
                  <a:lnTo>
                    <a:pt x="29222" y="32868"/>
                  </a:lnTo>
                  <a:lnTo>
                    <a:pt x="28920" y="33283"/>
                  </a:lnTo>
                  <a:lnTo>
                    <a:pt x="28618" y="33698"/>
                  </a:lnTo>
                  <a:lnTo>
                    <a:pt x="28304" y="34100"/>
                  </a:lnTo>
                  <a:lnTo>
                    <a:pt x="27977" y="34490"/>
                  </a:lnTo>
                  <a:lnTo>
                    <a:pt x="27650" y="34867"/>
                  </a:lnTo>
                  <a:lnTo>
                    <a:pt x="27310" y="35232"/>
                  </a:lnTo>
                  <a:lnTo>
                    <a:pt x="26958" y="35596"/>
                  </a:lnTo>
                  <a:lnTo>
                    <a:pt x="26606" y="35936"/>
                  </a:lnTo>
                  <a:lnTo>
                    <a:pt x="26229" y="36275"/>
                  </a:lnTo>
                  <a:lnTo>
                    <a:pt x="25852" y="36590"/>
                  </a:lnTo>
                  <a:lnTo>
                    <a:pt x="25462" y="36904"/>
                  </a:lnTo>
                  <a:lnTo>
                    <a:pt x="25072" y="37193"/>
                  </a:lnTo>
                  <a:lnTo>
                    <a:pt x="24657" y="37470"/>
                  </a:lnTo>
                  <a:lnTo>
                    <a:pt x="24242" y="37734"/>
                  </a:lnTo>
                  <a:lnTo>
                    <a:pt x="23815" y="37985"/>
                  </a:lnTo>
                  <a:lnTo>
                    <a:pt x="23387" y="38212"/>
                  </a:lnTo>
                  <a:lnTo>
                    <a:pt x="22935" y="38426"/>
                  </a:lnTo>
                  <a:lnTo>
                    <a:pt x="22482" y="38627"/>
                  </a:lnTo>
                  <a:lnTo>
                    <a:pt x="22017" y="38815"/>
                  </a:lnTo>
                  <a:lnTo>
                    <a:pt x="21552" y="38979"/>
                  </a:lnTo>
                  <a:lnTo>
                    <a:pt x="21061" y="39130"/>
                  </a:lnTo>
                  <a:lnTo>
                    <a:pt x="20571" y="39255"/>
                  </a:lnTo>
                  <a:lnTo>
                    <a:pt x="20068" y="39369"/>
                  </a:lnTo>
                  <a:lnTo>
                    <a:pt x="19552" y="39457"/>
                  </a:lnTo>
                  <a:lnTo>
                    <a:pt x="19024" y="39532"/>
                  </a:lnTo>
                  <a:lnTo>
                    <a:pt x="18496" y="39582"/>
                  </a:lnTo>
                  <a:lnTo>
                    <a:pt x="17956" y="39620"/>
                  </a:lnTo>
                  <a:lnTo>
                    <a:pt x="17402" y="39633"/>
                  </a:lnTo>
                  <a:lnTo>
                    <a:pt x="17113" y="39620"/>
                  </a:lnTo>
                  <a:lnTo>
                    <a:pt x="16824" y="39607"/>
                  </a:lnTo>
                  <a:lnTo>
                    <a:pt x="16547" y="39582"/>
                  </a:lnTo>
                  <a:lnTo>
                    <a:pt x="16271" y="39557"/>
                  </a:lnTo>
                  <a:lnTo>
                    <a:pt x="15994" y="39519"/>
                  </a:lnTo>
                  <a:lnTo>
                    <a:pt x="15718" y="39469"/>
                  </a:lnTo>
                  <a:lnTo>
                    <a:pt x="15441" y="39419"/>
                  </a:lnTo>
                  <a:lnTo>
                    <a:pt x="15164" y="39356"/>
                  </a:lnTo>
                  <a:lnTo>
                    <a:pt x="14900" y="39281"/>
                  </a:lnTo>
                  <a:lnTo>
                    <a:pt x="14636" y="39205"/>
                  </a:lnTo>
                  <a:lnTo>
                    <a:pt x="14372" y="39117"/>
                  </a:lnTo>
                  <a:lnTo>
                    <a:pt x="14121" y="39016"/>
                  </a:lnTo>
                  <a:lnTo>
                    <a:pt x="13857" y="38916"/>
                  </a:lnTo>
                  <a:lnTo>
                    <a:pt x="13605" y="38803"/>
                  </a:lnTo>
                  <a:lnTo>
                    <a:pt x="13354" y="38690"/>
                  </a:lnTo>
                  <a:lnTo>
                    <a:pt x="13115" y="38564"/>
                  </a:lnTo>
                  <a:lnTo>
                    <a:pt x="12863" y="38426"/>
                  </a:lnTo>
                  <a:lnTo>
                    <a:pt x="12624" y="38287"/>
                  </a:lnTo>
                  <a:lnTo>
                    <a:pt x="12385" y="38136"/>
                  </a:lnTo>
                  <a:lnTo>
                    <a:pt x="12159" y="37985"/>
                  </a:lnTo>
                  <a:lnTo>
                    <a:pt x="11694" y="37659"/>
                  </a:lnTo>
                  <a:lnTo>
                    <a:pt x="11254" y="37306"/>
                  </a:lnTo>
                  <a:lnTo>
                    <a:pt x="10826" y="36929"/>
                  </a:lnTo>
                  <a:lnTo>
                    <a:pt x="10411" y="36527"/>
                  </a:lnTo>
                  <a:lnTo>
                    <a:pt x="10022" y="36099"/>
                  </a:lnTo>
                  <a:lnTo>
                    <a:pt x="9644" y="35647"/>
                  </a:lnTo>
                  <a:lnTo>
                    <a:pt x="9280" y="35182"/>
                  </a:lnTo>
                  <a:lnTo>
                    <a:pt x="8940" y="34691"/>
                  </a:lnTo>
                  <a:lnTo>
                    <a:pt x="8613" y="34176"/>
                  </a:lnTo>
                  <a:lnTo>
                    <a:pt x="8299" y="33648"/>
                  </a:lnTo>
                  <a:lnTo>
                    <a:pt x="8010" y="33094"/>
                  </a:lnTo>
                  <a:lnTo>
                    <a:pt x="7746" y="32529"/>
                  </a:lnTo>
                  <a:lnTo>
                    <a:pt x="7507" y="31950"/>
                  </a:lnTo>
                  <a:lnTo>
                    <a:pt x="7281" y="31347"/>
                  </a:lnTo>
                  <a:lnTo>
                    <a:pt x="7067" y="30730"/>
                  </a:lnTo>
                  <a:lnTo>
                    <a:pt x="6891" y="30102"/>
                  </a:lnTo>
                  <a:lnTo>
                    <a:pt x="6727" y="29461"/>
                  </a:lnTo>
                  <a:lnTo>
                    <a:pt x="6602" y="28807"/>
                  </a:lnTo>
                  <a:lnTo>
                    <a:pt x="6488" y="28140"/>
                  </a:lnTo>
                  <a:lnTo>
                    <a:pt x="6400" y="27474"/>
                  </a:lnTo>
                  <a:lnTo>
                    <a:pt x="6338" y="26782"/>
                  </a:lnTo>
                  <a:lnTo>
                    <a:pt x="6300" y="26091"/>
                  </a:lnTo>
                  <a:lnTo>
                    <a:pt x="6287" y="25626"/>
                  </a:lnTo>
                  <a:lnTo>
                    <a:pt x="6287" y="25148"/>
                  </a:lnTo>
                  <a:lnTo>
                    <a:pt x="6300" y="24683"/>
                  </a:lnTo>
                  <a:lnTo>
                    <a:pt x="6312" y="24192"/>
                  </a:lnTo>
                  <a:lnTo>
                    <a:pt x="6350" y="23702"/>
                  </a:lnTo>
                  <a:lnTo>
                    <a:pt x="6388" y="23211"/>
                  </a:lnTo>
                  <a:lnTo>
                    <a:pt x="6426" y="22721"/>
                  </a:lnTo>
                  <a:lnTo>
                    <a:pt x="6488" y="22218"/>
                  </a:lnTo>
                  <a:lnTo>
                    <a:pt x="6551" y="21715"/>
                  </a:lnTo>
                  <a:lnTo>
                    <a:pt x="6639" y="21212"/>
                  </a:lnTo>
                  <a:lnTo>
                    <a:pt x="6715" y="20697"/>
                  </a:lnTo>
                  <a:lnTo>
                    <a:pt x="6815" y="20181"/>
                  </a:lnTo>
                  <a:lnTo>
                    <a:pt x="6916" y="19678"/>
                  </a:lnTo>
                  <a:lnTo>
                    <a:pt x="7042" y="19163"/>
                  </a:lnTo>
                  <a:lnTo>
                    <a:pt x="7155" y="18647"/>
                  </a:lnTo>
                  <a:lnTo>
                    <a:pt x="7293" y="18132"/>
                  </a:lnTo>
                  <a:lnTo>
                    <a:pt x="7431" y="17616"/>
                  </a:lnTo>
                  <a:lnTo>
                    <a:pt x="7582" y="17101"/>
                  </a:lnTo>
                  <a:lnTo>
                    <a:pt x="7746" y="16585"/>
                  </a:lnTo>
                  <a:lnTo>
                    <a:pt x="7909" y="16070"/>
                  </a:lnTo>
                  <a:lnTo>
                    <a:pt x="8085" y="15567"/>
                  </a:lnTo>
                  <a:lnTo>
                    <a:pt x="8274" y="15064"/>
                  </a:lnTo>
                  <a:lnTo>
                    <a:pt x="8462" y="14548"/>
                  </a:lnTo>
                  <a:lnTo>
                    <a:pt x="8664" y="14058"/>
                  </a:lnTo>
                  <a:lnTo>
                    <a:pt x="8877" y="13555"/>
                  </a:lnTo>
                  <a:lnTo>
                    <a:pt x="9104" y="13065"/>
                  </a:lnTo>
                  <a:lnTo>
                    <a:pt x="9330" y="12574"/>
                  </a:lnTo>
                  <a:lnTo>
                    <a:pt x="9556" y="12084"/>
                  </a:lnTo>
                  <a:lnTo>
                    <a:pt x="9808" y="11606"/>
                  </a:lnTo>
                  <a:lnTo>
                    <a:pt x="10059" y="11141"/>
                  </a:lnTo>
                  <a:lnTo>
                    <a:pt x="10311" y="10663"/>
                  </a:lnTo>
                  <a:lnTo>
                    <a:pt x="10575" y="10210"/>
                  </a:lnTo>
                  <a:lnTo>
                    <a:pt x="10851" y="9758"/>
                  </a:lnTo>
                  <a:lnTo>
                    <a:pt x="11141" y="9305"/>
                  </a:lnTo>
                  <a:lnTo>
                    <a:pt x="11430" y="8878"/>
                  </a:lnTo>
                  <a:lnTo>
                    <a:pt x="11719" y="8450"/>
                  </a:lnTo>
                  <a:lnTo>
                    <a:pt x="12033" y="8023"/>
                  </a:lnTo>
                  <a:lnTo>
                    <a:pt x="12348" y="7620"/>
                  </a:lnTo>
                  <a:lnTo>
                    <a:pt x="12662" y="7218"/>
                  </a:lnTo>
                  <a:lnTo>
                    <a:pt x="12989" y="6828"/>
                  </a:lnTo>
                  <a:lnTo>
                    <a:pt x="13316" y="6451"/>
                  </a:lnTo>
                  <a:lnTo>
                    <a:pt x="13668" y="6074"/>
                  </a:lnTo>
                  <a:lnTo>
                    <a:pt x="14007" y="5722"/>
                  </a:lnTo>
                  <a:lnTo>
                    <a:pt x="14372" y="5382"/>
                  </a:lnTo>
                  <a:lnTo>
                    <a:pt x="14724" y="5043"/>
                  </a:lnTo>
                  <a:lnTo>
                    <a:pt x="15101" y="4728"/>
                  </a:lnTo>
                  <a:lnTo>
                    <a:pt x="15466" y="4426"/>
                  </a:lnTo>
                  <a:lnTo>
                    <a:pt x="15856" y="4125"/>
                  </a:lnTo>
                  <a:lnTo>
                    <a:pt x="16246" y="3848"/>
                  </a:lnTo>
                  <a:lnTo>
                    <a:pt x="16635" y="3584"/>
                  </a:lnTo>
                  <a:lnTo>
                    <a:pt x="17038" y="3345"/>
                  </a:lnTo>
                  <a:lnTo>
                    <a:pt x="17440" y="3106"/>
                  </a:lnTo>
                  <a:lnTo>
                    <a:pt x="17855" y="2892"/>
                  </a:lnTo>
                  <a:lnTo>
                    <a:pt x="18283" y="2691"/>
                  </a:lnTo>
                  <a:lnTo>
                    <a:pt x="18710" y="2515"/>
                  </a:lnTo>
                  <a:lnTo>
                    <a:pt x="19138" y="2352"/>
                  </a:lnTo>
                  <a:lnTo>
                    <a:pt x="19578" y="2201"/>
                  </a:lnTo>
                  <a:lnTo>
                    <a:pt x="20018" y="2075"/>
                  </a:lnTo>
                  <a:lnTo>
                    <a:pt x="20470" y="1962"/>
                  </a:lnTo>
                  <a:lnTo>
                    <a:pt x="20923" y="1861"/>
                  </a:lnTo>
                  <a:lnTo>
                    <a:pt x="21388" y="1799"/>
                  </a:lnTo>
                  <a:lnTo>
                    <a:pt x="21853" y="1748"/>
                  </a:lnTo>
                  <a:lnTo>
                    <a:pt x="22319" y="1711"/>
                  </a:lnTo>
                  <a:lnTo>
                    <a:pt x="22796" y="1698"/>
                  </a:lnTo>
                  <a:close/>
                  <a:moveTo>
                    <a:pt x="23978" y="1"/>
                  </a:moveTo>
                  <a:lnTo>
                    <a:pt x="23299" y="13"/>
                  </a:lnTo>
                  <a:lnTo>
                    <a:pt x="22633" y="38"/>
                  </a:lnTo>
                  <a:lnTo>
                    <a:pt x="21979" y="76"/>
                  </a:lnTo>
                  <a:lnTo>
                    <a:pt x="21325" y="151"/>
                  </a:lnTo>
                  <a:lnTo>
                    <a:pt x="20672" y="227"/>
                  </a:lnTo>
                  <a:lnTo>
                    <a:pt x="20043" y="327"/>
                  </a:lnTo>
                  <a:lnTo>
                    <a:pt x="19402" y="441"/>
                  </a:lnTo>
                  <a:lnTo>
                    <a:pt x="18785" y="579"/>
                  </a:lnTo>
                  <a:lnTo>
                    <a:pt x="18169" y="730"/>
                  </a:lnTo>
                  <a:lnTo>
                    <a:pt x="17553" y="893"/>
                  </a:lnTo>
                  <a:lnTo>
                    <a:pt x="16950" y="1082"/>
                  </a:lnTo>
                  <a:lnTo>
                    <a:pt x="16359" y="1283"/>
                  </a:lnTo>
                  <a:lnTo>
                    <a:pt x="15780" y="1497"/>
                  </a:lnTo>
                  <a:lnTo>
                    <a:pt x="15202" y="1723"/>
                  </a:lnTo>
                  <a:lnTo>
                    <a:pt x="14636" y="1962"/>
                  </a:lnTo>
                  <a:lnTo>
                    <a:pt x="14070" y="2226"/>
                  </a:lnTo>
                  <a:lnTo>
                    <a:pt x="13530" y="2503"/>
                  </a:lnTo>
                  <a:lnTo>
                    <a:pt x="12976" y="2779"/>
                  </a:lnTo>
                  <a:lnTo>
                    <a:pt x="12448" y="3081"/>
                  </a:lnTo>
                  <a:lnTo>
                    <a:pt x="11920" y="3395"/>
                  </a:lnTo>
                  <a:lnTo>
                    <a:pt x="11417" y="3722"/>
                  </a:lnTo>
                  <a:lnTo>
                    <a:pt x="10902" y="4062"/>
                  </a:lnTo>
                  <a:lnTo>
                    <a:pt x="10411" y="4414"/>
                  </a:lnTo>
                  <a:lnTo>
                    <a:pt x="9921" y="4779"/>
                  </a:lnTo>
                  <a:lnTo>
                    <a:pt x="9456" y="5156"/>
                  </a:lnTo>
                  <a:lnTo>
                    <a:pt x="8991" y="5546"/>
                  </a:lnTo>
                  <a:lnTo>
                    <a:pt x="8525" y="5935"/>
                  </a:lnTo>
                  <a:lnTo>
                    <a:pt x="8085" y="6350"/>
                  </a:lnTo>
                  <a:lnTo>
                    <a:pt x="7645" y="6765"/>
                  </a:lnTo>
                  <a:lnTo>
                    <a:pt x="7230" y="7193"/>
                  </a:lnTo>
                  <a:lnTo>
                    <a:pt x="6815" y="7633"/>
                  </a:lnTo>
                  <a:lnTo>
                    <a:pt x="6413" y="8085"/>
                  </a:lnTo>
                  <a:lnTo>
                    <a:pt x="6023" y="8538"/>
                  </a:lnTo>
                  <a:lnTo>
                    <a:pt x="5633" y="9003"/>
                  </a:lnTo>
                  <a:lnTo>
                    <a:pt x="5269" y="9481"/>
                  </a:lnTo>
                  <a:lnTo>
                    <a:pt x="4904" y="9959"/>
                  </a:lnTo>
                  <a:lnTo>
                    <a:pt x="4565" y="10462"/>
                  </a:lnTo>
                  <a:lnTo>
                    <a:pt x="4225" y="10952"/>
                  </a:lnTo>
                  <a:lnTo>
                    <a:pt x="3898" y="11468"/>
                  </a:lnTo>
                  <a:lnTo>
                    <a:pt x="3584" y="11983"/>
                  </a:lnTo>
                  <a:lnTo>
                    <a:pt x="3295" y="12499"/>
                  </a:lnTo>
                  <a:lnTo>
                    <a:pt x="3005" y="13027"/>
                  </a:lnTo>
                  <a:lnTo>
                    <a:pt x="2729" y="13567"/>
                  </a:lnTo>
                  <a:lnTo>
                    <a:pt x="2465" y="14108"/>
                  </a:lnTo>
                  <a:lnTo>
                    <a:pt x="2213" y="14649"/>
                  </a:lnTo>
                  <a:lnTo>
                    <a:pt x="1974" y="15202"/>
                  </a:lnTo>
                  <a:lnTo>
                    <a:pt x="1748" y="15755"/>
                  </a:lnTo>
                  <a:lnTo>
                    <a:pt x="1534" y="16321"/>
                  </a:lnTo>
                  <a:lnTo>
                    <a:pt x="1333" y="16887"/>
                  </a:lnTo>
                  <a:lnTo>
                    <a:pt x="1157" y="17453"/>
                  </a:lnTo>
                  <a:lnTo>
                    <a:pt x="981" y="18031"/>
                  </a:lnTo>
                  <a:lnTo>
                    <a:pt x="818" y="18597"/>
                  </a:lnTo>
                  <a:lnTo>
                    <a:pt x="679" y="19188"/>
                  </a:lnTo>
                  <a:lnTo>
                    <a:pt x="541" y="19766"/>
                  </a:lnTo>
                  <a:lnTo>
                    <a:pt x="428" y="20345"/>
                  </a:lnTo>
                  <a:lnTo>
                    <a:pt x="327" y="20936"/>
                  </a:lnTo>
                  <a:lnTo>
                    <a:pt x="227" y="21527"/>
                  </a:lnTo>
                  <a:lnTo>
                    <a:pt x="151" y="22118"/>
                  </a:lnTo>
                  <a:lnTo>
                    <a:pt x="101" y="22709"/>
                  </a:lnTo>
                  <a:lnTo>
                    <a:pt x="51" y="23312"/>
                  </a:lnTo>
                  <a:lnTo>
                    <a:pt x="13" y="23903"/>
                  </a:lnTo>
                  <a:lnTo>
                    <a:pt x="0" y="24494"/>
                  </a:lnTo>
                  <a:lnTo>
                    <a:pt x="0" y="25097"/>
                  </a:lnTo>
                  <a:lnTo>
                    <a:pt x="13" y="25688"/>
                  </a:lnTo>
                  <a:lnTo>
                    <a:pt x="38" y="26154"/>
                  </a:lnTo>
                  <a:lnTo>
                    <a:pt x="63" y="26606"/>
                  </a:lnTo>
                  <a:lnTo>
                    <a:pt x="101" y="27059"/>
                  </a:lnTo>
                  <a:lnTo>
                    <a:pt x="151" y="27499"/>
                  </a:lnTo>
                  <a:lnTo>
                    <a:pt x="202" y="27939"/>
                  </a:lnTo>
                  <a:lnTo>
                    <a:pt x="264" y="28379"/>
                  </a:lnTo>
                  <a:lnTo>
                    <a:pt x="340" y="28807"/>
                  </a:lnTo>
                  <a:lnTo>
                    <a:pt x="415" y="29234"/>
                  </a:lnTo>
                  <a:lnTo>
                    <a:pt x="503" y="29649"/>
                  </a:lnTo>
                  <a:lnTo>
                    <a:pt x="604" y="30064"/>
                  </a:lnTo>
                  <a:lnTo>
                    <a:pt x="704" y="30466"/>
                  </a:lnTo>
                  <a:lnTo>
                    <a:pt x="818" y="30869"/>
                  </a:lnTo>
                  <a:lnTo>
                    <a:pt x="943" y="31259"/>
                  </a:lnTo>
                  <a:lnTo>
                    <a:pt x="1069" y="31648"/>
                  </a:lnTo>
                  <a:lnTo>
                    <a:pt x="1207" y="32026"/>
                  </a:lnTo>
                  <a:lnTo>
                    <a:pt x="1358" y="32403"/>
                  </a:lnTo>
                  <a:lnTo>
                    <a:pt x="1509" y="32780"/>
                  </a:lnTo>
                  <a:lnTo>
                    <a:pt x="1673" y="33145"/>
                  </a:lnTo>
                  <a:lnTo>
                    <a:pt x="1836" y="33497"/>
                  </a:lnTo>
                  <a:lnTo>
                    <a:pt x="2012" y="33849"/>
                  </a:lnTo>
                  <a:lnTo>
                    <a:pt x="2201" y="34201"/>
                  </a:lnTo>
                  <a:lnTo>
                    <a:pt x="2389" y="34540"/>
                  </a:lnTo>
                  <a:lnTo>
                    <a:pt x="2591" y="34867"/>
                  </a:lnTo>
                  <a:lnTo>
                    <a:pt x="2792" y="35194"/>
                  </a:lnTo>
                  <a:lnTo>
                    <a:pt x="3005" y="35508"/>
                  </a:lnTo>
                  <a:lnTo>
                    <a:pt x="3219" y="35823"/>
                  </a:lnTo>
                  <a:lnTo>
                    <a:pt x="3446" y="36137"/>
                  </a:lnTo>
                  <a:lnTo>
                    <a:pt x="3684" y="36426"/>
                  </a:lnTo>
                  <a:lnTo>
                    <a:pt x="3923" y="36716"/>
                  </a:lnTo>
                  <a:lnTo>
                    <a:pt x="4175" y="37005"/>
                  </a:lnTo>
                  <a:lnTo>
                    <a:pt x="4426" y="37281"/>
                  </a:lnTo>
                  <a:lnTo>
                    <a:pt x="4690" y="37558"/>
                  </a:lnTo>
                  <a:lnTo>
                    <a:pt x="4967" y="37809"/>
                  </a:lnTo>
                  <a:lnTo>
                    <a:pt x="5244" y="38073"/>
                  </a:lnTo>
                  <a:lnTo>
                    <a:pt x="5520" y="38325"/>
                  </a:lnTo>
                  <a:lnTo>
                    <a:pt x="5809" y="38564"/>
                  </a:lnTo>
                  <a:lnTo>
                    <a:pt x="6111" y="38790"/>
                  </a:lnTo>
                  <a:lnTo>
                    <a:pt x="6413" y="39016"/>
                  </a:lnTo>
                  <a:lnTo>
                    <a:pt x="6715" y="39243"/>
                  </a:lnTo>
                  <a:lnTo>
                    <a:pt x="7029" y="39444"/>
                  </a:lnTo>
                  <a:lnTo>
                    <a:pt x="7356" y="39645"/>
                  </a:lnTo>
                  <a:lnTo>
                    <a:pt x="7683" y="39846"/>
                  </a:lnTo>
                  <a:lnTo>
                    <a:pt x="8010" y="40035"/>
                  </a:lnTo>
                  <a:lnTo>
                    <a:pt x="8362" y="40211"/>
                  </a:lnTo>
                  <a:lnTo>
                    <a:pt x="8701" y="40387"/>
                  </a:lnTo>
                  <a:lnTo>
                    <a:pt x="9053" y="40538"/>
                  </a:lnTo>
                  <a:lnTo>
                    <a:pt x="9418" y="40701"/>
                  </a:lnTo>
                  <a:lnTo>
                    <a:pt x="9783" y="40840"/>
                  </a:lnTo>
                  <a:lnTo>
                    <a:pt x="10147" y="40978"/>
                  </a:lnTo>
                  <a:lnTo>
                    <a:pt x="10525" y="41116"/>
                  </a:lnTo>
                  <a:lnTo>
                    <a:pt x="10902" y="41229"/>
                  </a:lnTo>
                  <a:lnTo>
                    <a:pt x="11292" y="41343"/>
                  </a:lnTo>
                  <a:lnTo>
                    <a:pt x="11681" y="41443"/>
                  </a:lnTo>
                  <a:lnTo>
                    <a:pt x="12084" y="41544"/>
                  </a:lnTo>
                  <a:lnTo>
                    <a:pt x="12486" y="41632"/>
                  </a:lnTo>
                  <a:lnTo>
                    <a:pt x="12901" y="41707"/>
                  </a:lnTo>
                  <a:lnTo>
                    <a:pt x="13316" y="41783"/>
                  </a:lnTo>
                  <a:lnTo>
                    <a:pt x="13731" y="41833"/>
                  </a:lnTo>
                  <a:lnTo>
                    <a:pt x="14158" y="41883"/>
                  </a:lnTo>
                  <a:lnTo>
                    <a:pt x="14586" y="41934"/>
                  </a:lnTo>
                  <a:lnTo>
                    <a:pt x="15026" y="41959"/>
                  </a:lnTo>
                  <a:lnTo>
                    <a:pt x="15466" y="41984"/>
                  </a:lnTo>
                  <a:lnTo>
                    <a:pt x="15906" y="41996"/>
                  </a:lnTo>
                  <a:lnTo>
                    <a:pt x="16359" y="42009"/>
                  </a:lnTo>
                  <a:lnTo>
                    <a:pt x="17063" y="41996"/>
                  </a:lnTo>
                  <a:lnTo>
                    <a:pt x="17767" y="41971"/>
                  </a:lnTo>
                  <a:lnTo>
                    <a:pt x="18446" y="41921"/>
                  </a:lnTo>
                  <a:lnTo>
                    <a:pt x="19125" y="41858"/>
                  </a:lnTo>
                  <a:lnTo>
                    <a:pt x="19804" y="41783"/>
                  </a:lnTo>
                  <a:lnTo>
                    <a:pt x="20458" y="41682"/>
                  </a:lnTo>
                  <a:lnTo>
                    <a:pt x="21112" y="41582"/>
                  </a:lnTo>
                  <a:lnTo>
                    <a:pt x="21753" y="41443"/>
                  </a:lnTo>
                  <a:lnTo>
                    <a:pt x="22394" y="41305"/>
                  </a:lnTo>
                  <a:lnTo>
                    <a:pt x="23010" y="41141"/>
                  </a:lnTo>
                  <a:lnTo>
                    <a:pt x="23626" y="40965"/>
                  </a:lnTo>
                  <a:lnTo>
                    <a:pt x="24230" y="40777"/>
                  </a:lnTo>
                  <a:lnTo>
                    <a:pt x="24833" y="40576"/>
                  </a:lnTo>
                  <a:lnTo>
                    <a:pt x="25412" y="40349"/>
                  </a:lnTo>
                  <a:lnTo>
                    <a:pt x="25990" y="40123"/>
                  </a:lnTo>
                  <a:lnTo>
                    <a:pt x="26556" y="39871"/>
                  </a:lnTo>
                  <a:lnTo>
                    <a:pt x="27109" y="39607"/>
                  </a:lnTo>
                  <a:lnTo>
                    <a:pt x="27663" y="39331"/>
                  </a:lnTo>
                  <a:lnTo>
                    <a:pt x="28191" y="39042"/>
                  </a:lnTo>
                  <a:lnTo>
                    <a:pt x="28719" y="38740"/>
                  </a:lnTo>
                  <a:lnTo>
                    <a:pt x="29234" y="38426"/>
                  </a:lnTo>
                  <a:lnTo>
                    <a:pt x="29737" y="38099"/>
                  </a:lnTo>
                  <a:lnTo>
                    <a:pt x="30240" y="37759"/>
                  </a:lnTo>
                  <a:lnTo>
                    <a:pt x="30718" y="37407"/>
                  </a:lnTo>
                  <a:lnTo>
                    <a:pt x="31196" y="37042"/>
                  </a:lnTo>
                  <a:lnTo>
                    <a:pt x="31648" y="36665"/>
                  </a:lnTo>
                  <a:lnTo>
                    <a:pt x="32101" y="36275"/>
                  </a:lnTo>
                  <a:lnTo>
                    <a:pt x="32541" y="35873"/>
                  </a:lnTo>
                  <a:lnTo>
                    <a:pt x="32969" y="35471"/>
                  </a:lnTo>
                  <a:lnTo>
                    <a:pt x="33396" y="35056"/>
                  </a:lnTo>
                  <a:lnTo>
                    <a:pt x="33798" y="34616"/>
                  </a:lnTo>
                  <a:lnTo>
                    <a:pt x="34201" y="34176"/>
                  </a:lnTo>
                  <a:lnTo>
                    <a:pt x="34578" y="33723"/>
                  </a:lnTo>
                  <a:lnTo>
                    <a:pt x="34955" y="33270"/>
                  </a:lnTo>
                  <a:lnTo>
                    <a:pt x="35307" y="32805"/>
                  </a:lnTo>
                  <a:lnTo>
                    <a:pt x="35659" y="32327"/>
                  </a:lnTo>
                  <a:lnTo>
                    <a:pt x="35999" y="31837"/>
                  </a:lnTo>
                  <a:lnTo>
                    <a:pt x="36326" y="31347"/>
                  </a:lnTo>
                  <a:lnTo>
                    <a:pt x="36640" y="30831"/>
                  </a:lnTo>
                  <a:lnTo>
                    <a:pt x="36942" y="30328"/>
                  </a:lnTo>
                  <a:lnTo>
                    <a:pt x="37231" y="29800"/>
                  </a:lnTo>
                  <a:lnTo>
                    <a:pt x="37508" y="29285"/>
                  </a:lnTo>
                  <a:lnTo>
                    <a:pt x="37772" y="28744"/>
                  </a:lnTo>
                  <a:lnTo>
                    <a:pt x="38023" y="28203"/>
                  </a:lnTo>
                  <a:lnTo>
                    <a:pt x="38262" y="27650"/>
                  </a:lnTo>
                  <a:lnTo>
                    <a:pt x="38488" y="27097"/>
                  </a:lnTo>
                  <a:lnTo>
                    <a:pt x="38702" y="26543"/>
                  </a:lnTo>
                  <a:lnTo>
                    <a:pt x="38903" y="25978"/>
                  </a:lnTo>
                  <a:lnTo>
                    <a:pt x="39092" y="25399"/>
                  </a:lnTo>
                  <a:lnTo>
                    <a:pt x="39268" y="24821"/>
                  </a:lnTo>
                  <a:lnTo>
                    <a:pt x="39432" y="24242"/>
                  </a:lnTo>
                  <a:lnTo>
                    <a:pt x="39582" y="23652"/>
                  </a:lnTo>
                  <a:lnTo>
                    <a:pt x="39721" y="23061"/>
                  </a:lnTo>
                  <a:lnTo>
                    <a:pt x="39846" y="22470"/>
                  </a:lnTo>
                  <a:lnTo>
                    <a:pt x="39960" y="21866"/>
                  </a:lnTo>
                  <a:lnTo>
                    <a:pt x="40048" y="21263"/>
                  </a:lnTo>
                  <a:lnTo>
                    <a:pt x="40136" y="20646"/>
                  </a:lnTo>
                  <a:lnTo>
                    <a:pt x="40211" y="20043"/>
                  </a:lnTo>
                  <a:lnTo>
                    <a:pt x="40261" y="19427"/>
                  </a:lnTo>
                  <a:lnTo>
                    <a:pt x="40299" y="18798"/>
                  </a:lnTo>
                  <a:lnTo>
                    <a:pt x="40337" y="18182"/>
                  </a:lnTo>
                  <a:lnTo>
                    <a:pt x="40349" y="17553"/>
                  </a:lnTo>
                  <a:lnTo>
                    <a:pt x="40349" y="16937"/>
                  </a:lnTo>
                  <a:lnTo>
                    <a:pt x="40324" y="16309"/>
                  </a:lnTo>
                  <a:lnTo>
                    <a:pt x="40312" y="15843"/>
                  </a:lnTo>
                  <a:lnTo>
                    <a:pt x="40274" y="15391"/>
                  </a:lnTo>
                  <a:lnTo>
                    <a:pt x="40236" y="14938"/>
                  </a:lnTo>
                  <a:lnTo>
                    <a:pt x="40199" y="14498"/>
                  </a:lnTo>
                  <a:lnTo>
                    <a:pt x="40136" y="14058"/>
                  </a:lnTo>
                  <a:lnTo>
                    <a:pt x="40073" y="13630"/>
                  </a:lnTo>
                  <a:lnTo>
                    <a:pt x="39997" y="13190"/>
                  </a:lnTo>
                  <a:lnTo>
                    <a:pt x="39922" y="12775"/>
                  </a:lnTo>
                  <a:lnTo>
                    <a:pt x="39834" y="12360"/>
                  </a:lnTo>
                  <a:lnTo>
                    <a:pt x="39733" y="11945"/>
                  </a:lnTo>
                  <a:lnTo>
                    <a:pt x="39633" y="11543"/>
                  </a:lnTo>
                  <a:lnTo>
                    <a:pt x="39520" y="11141"/>
                  </a:lnTo>
                  <a:lnTo>
                    <a:pt x="39394" y="10738"/>
                  </a:lnTo>
                  <a:lnTo>
                    <a:pt x="39268" y="10361"/>
                  </a:lnTo>
                  <a:lnTo>
                    <a:pt x="39130" y="9971"/>
                  </a:lnTo>
                  <a:lnTo>
                    <a:pt x="38991" y="9594"/>
                  </a:lnTo>
                  <a:lnTo>
                    <a:pt x="38828" y="9230"/>
                  </a:lnTo>
                  <a:lnTo>
                    <a:pt x="38677" y="8865"/>
                  </a:lnTo>
                  <a:lnTo>
                    <a:pt x="38501" y="8500"/>
                  </a:lnTo>
                  <a:lnTo>
                    <a:pt x="38325" y="8148"/>
                  </a:lnTo>
                  <a:lnTo>
                    <a:pt x="38149" y="7809"/>
                  </a:lnTo>
                  <a:lnTo>
                    <a:pt x="37960" y="7469"/>
                  </a:lnTo>
                  <a:lnTo>
                    <a:pt x="37759" y="7142"/>
                  </a:lnTo>
                  <a:lnTo>
                    <a:pt x="37545" y="6815"/>
                  </a:lnTo>
                  <a:lnTo>
                    <a:pt x="37344" y="6489"/>
                  </a:lnTo>
                  <a:lnTo>
                    <a:pt x="37118" y="6174"/>
                  </a:lnTo>
                  <a:lnTo>
                    <a:pt x="36892" y="5872"/>
                  </a:lnTo>
                  <a:lnTo>
                    <a:pt x="36653" y="5571"/>
                  </a:lnTo>
                  <a:lnTo>
                    <a:pt x="36414" y="5281"/>
                  </a:lnTo>
                  <a:lnTo>
                    <a:pt x="36162" y="5005"/>
                  </a:lnTo>
                  <a:lnTo>
                    <a:pt x="35911" y="4728"/>
                  </a:lnTo>
                  <a:lnTo>
                    <a:pt x="35647" y="4452"/>
                  </a:lnTo>
                  <a:lnTo>
                    <a:pt x="35383" y="4188"/>
                  </a:lnTo>
                  <a:lnTo>
                    <a:pt x="35106" y="3936"/>
                  </a:lnTo>
                  <a:lnTo>
                    <a:pt x="34817" y="3685"/>
                  </a:lnTo>
                  <a:lnTo>
                    <a:pt x="34528" y="3446"/>
                  </a:lnTo>
                  <a:lnTo>
                    <a:pt x="34239" y="3207"/>
                  </a:lnTo>
                  <a:lnTo>
                    <a:pt x="33937" y="2981"/>
                  </a:lnTo>
                  <a:lnTo>
                    <a:pt x="33622" y="2767"/>
                  </a:lnTo>
                  <a:lnTo>
                    <a:pt x="33308" y="2553"/>
                  </a:lnTo>
                  <a:lnTo>
                    <a:pt x="32994" y="2352"/>
                  </a:lnTo>
                  <a:lnTo>
                    <a:pt x="32654" y="2163"/>
                  </a:lnTo>
                  <a:lnTo>
                    <a:pt x="32327" y="1975"/>
                  </a:lnTo>
                  <a:lnTo>
                    <a:pt x="31988" y="1799"/>
                  </a:lnTo>
                  <a:lnTo>
                    <a:pt x="31636" y="1623"/>
                  </a:lnTo>
                  <a:lnTo>
                    <a:pt x="31284" y="1459"/>
                  </a:lnTo>
                  <a:lnTo>
                    <a:pt x="30932" y="1308"/>
                  </a:lnTo>
                  <a:lnTo>
                    <a:pt x="30567" y="1157"/>
                  </a:lnTo>
                  <a:lnTo>
                    <a:pt x="30190" y="1019"/>
                  </a:lnTo>
                  <a:lnTo>
                    <a:pt x="29813" y="893"/>
                  </a:lnTo>
                  <a:lnTo>
                    <a:pt x="29435" y="768"/>
                  </a:lnTo>
                  <a:lnTo>
                    <a:pt x="29046" y="654"/>
                  </a:lnTo>
                  <a:lnTo>
                    <a:pt x="28656" y="554"/>
                  </a:lnTo>
                  <a:lnTo>
                    <a:pt x="28253" y="453"/>
                  </a:lnTo>
                  <a:lnTo>
                    <a:pt x="27851" y="378"/>
                  </a:lnTo>
                  <a:lnTo>
                    <a:pt x="27449" y="290"/>
                  </a:lnTo>
                  <a:lnTo>
                    <a:pt x="27034" y="227"/>
                  </a:lnTo>
                  <a:lnTo>
                    <a:pt x="26606" y="164"/>
                  </a:lnTo>
                  <a:lnTo>
                    <a:pt x="26179" y="114"/>
                  </a:lnTo>
                  <a:lnTo>
                    <a:pt x="25751" y="76"/>
                  </a:lnTo>
                  <a:lnTo>
                    <a:pt x="25311" y="38"/>
                  </a:lnTo>
                  <a:lnTo>
                    <a:pt x="24871" y="13"/>
                  </a:lnTo>
                  <a:lnTo>
                    <a:pt x="24431" y="1"/>
                  </a:lnTo>
                  <a:close/>
                </a:path>
              </a:pathLst>
            </a:custGeom>
            <a:solidFill>
              <a:srgbClr val="013D5B"/>
            </a:solidFill>
            <a:ln>
              <a:noFill/>
            </a:ln>
          </p:spPr>
          <p:txBody>
            <a:bodyPr anchorCtr="0" anchor="ctr" bIns="88875" lIns="88875" spcFirstLastPara="1" rIns="88875" wrap="square" tIns="88875">
              <a:noAutofit/>
            </a:bodyPr>
            <a:lstStyle/>
            <a:p>
              <a:pPr indent="0" lvl="0" marL="0" rtl="0" algn="l">
                <a:spcBef>
                  <a:spcPts val="0"/>
                </a:spcBef>
                <a:spcAft>
                  <a:spcPts val="0"/>
                </a:spcAft>
                <a:buNone/>
              </a:pPr>
              <a:r>
                <a:t/>
              </a:r>
              <a:endParaRPr/>
            </a:p>
          </p:txBody>
        </p:sp>
        <p:sp>
          <p:nvSpPr>
            <p:cNvPr id="44" name="Google Shape;44;p9"/>
            <p:cNvSpPr/>
            <p:nvPr/>
          </p:nvSpPr>
          <p:spPr>
            <a:xfrm>
              <a:off x="1125500" y="2858900"/>
              <a:ext cx="888350" cy="618000"/>
            </a:xfrm>
            <a:custGeom>
              <a:rect b="b" l="l" r="r" t="t"/>
              <a:pathLst>
                <a:path extrusionOk="0" h="24720" w="35534">
                  <a:moveTo>
                    <a:pt x="22973" y="13529"/>
                  </a:moveTo>
                  <a:lnTo>
                    <a:pt x="22797" y="14510"/>
                  </a:lnTo>
                  <a:lnTo>
                    <a:pt x="22633" y="15302"/>
                  </a:lnTo>
                  <a:lnTo>
                    <a:pt x="22495" y="15893"/>
                  </a:lnTo>
                  <a:lnTo>
                    <a:pt x="22432" y="16119"/>
                  </a:lnTo>
                  <a:lnTo>
                    <a:pt x="22369" y="16295"/>
                  </a:lnTo>
                  <a:lnTo>
                    <a:pt x="22269" y="16522"/>
                  </a:lnTo>
                  <a:lnTo>
                    <a:pt x="22168" y="16736"/>
                  </a:lnTo>
                  <a:lnTo>
                    <a:pt x="22055" y="16949"/>
                  </a:lnTo>
                  <a:lnTo>
                    <a:pt x="21929" y="17151"/>
                  </a:lnTo>
                  <a:lnTo>
                    <a:pt x="21791" y="17327"/>
                  </a:lnTo>
                  <a:lnTo>
                    <a:pt x="21640" y="17515"/>
                  </a:lnTo>
                  <a:lnTo>
                    <a:pt x="21489" y="17679"/>
                  </a:lnTo>
                  <a:lnTo>
                    <a:pt x="21313" y="17829"/>
                  </a:lnTo>
                  <a:lnTo>
                    <a:pt x="21074" y="18031"/>
                  </a:lnTo>
                  <a:lnTo>
                    <a:pt x="20797" y="18219"/>
                  </a:lnTo>
                  <a:lnTo>
                    <a:pt x="20521" y="18395"/>
                  </a:lnTo>
                  <a:lnTo>
                    <a:pt x="20219" y="18571"/>
                  </a:lnTo>
                  <a:lnTo>
                    <a:pt x="19905" y="18722"/>
                  </a:lnTo>
                  <a:lnTo>
                    <a:pt x="19578" y="18873"/>
                  </a:lnTo>
                  <a:lnTo>
                    <a:pt x="19226" y="19011"/>
                  </a:lnTo>
                  <a:lnTo>
                    <a:pt x="18861" y="19137"/>
                  </a:lnTo>
                  <a:lnTo>
                    <a:pt x="18496" y="19250"/>
                  </a:lnTo>
                  <a:lnTo>
                    <a:pt x="18132" y="19338"/>
                  </a:lnTo>
                  <a:lnTo>
                    <a:pt x="17755" y="19426"/>
                  </a:lnTo>
                  <a:lnTo>
                    <a:pt x="17377" y="19489"/>
                  </a:lnTo>
                  <a:lnTo>
                    <a:pt x="17000" y="19539"/>
                  </a:lnTo>
                  <a:lnTo>
                    <a:pt x="16623" y="19577"/>
                  </a:lnTo>
                  <a:lnTo>
                    <a:pt x="16246" y="19602"/>
                  </a:lnTo>
                  <a:lnTo>
                    <a:pt x="15869" y="19615"/>
                  </a:lnTo>
                  <a:lnTo>
                    <a:pt x="15366" y="19602"/>
                  </a:lnTo>
                  <a:lnTo>
                    <a:pt x="14913" y="19577"/>
                  </a:lnTo>
                  <a:lnTo>
                    <a:pt x="14498" y="19527"/>
                  </a:lnTo>
                  <a:lnTo>
                    <a:pt x="14108" y="19464"/>
                  </a:lnTo>
                  <a:lnTo>
                    <a:pt x="13769" y="19376"/>
                  </a:lnTo>
                  <a:lnTo>
                    <a:pt x="13454" y="19263"/>
                  </a:lnTo>
                  <a:lnTo>
                    <a:pt x="13316" y="19213"/>
                  </a:lnTo>
                  <a:lnTo>
                    <a:pt x="13190" y="19150"/>
                  </a:lnTo>
                  <a:lnTo>
                    <a:pt x="13065" y="19074"/>
                  </a:lnTo>
                  <a:lnTo>
                    <a:pt x="12951" y="18999"/>
                  </a:lnTo>
                  <a:lnTo>
                    <a:pt x="12750" y="18848"/>
                  </a:lnTo>
                  <a:lnTo>
                    <a:pt x="12662" y="18760"/>
                  </a:lnTo>
                  <a:lnTo>
                    <a:pt x="12587" y="18672"/>
                  </a:lnTo>
                  <a:lnTo>
                    <a:pt x="12524" y="18584"/>
                  </a:lnTo>
                  <a:lnTo>
                    <a:pt x="12461" y="18496"/>
                  </a:lnTo>
                  <a:lnTo>
                    <a:pt x="12411" y="18395"/>
                  </a:lnTo>
                  <a:lnTo>
                    <a:pt x="12361" y="18295"/>
                  </a:lnTo>
                  <a:lnTo>
                    <a:pt x="12323" y="18194"/>
                  </a:lnTo>
                  <a:lnTo>
                    <a:pt x="12298" y="18094"/>
                  </a:lnTo>
                  <a:lnTo>
                    <a:pt x="12273" y="17993"/>
                  </a:lnTo>
                  <a:lnTo>
                    <a:pt x="12260" y="17880"/>
                  </a:lnTo>
                  <a:lnTo>
                    <a:pt x="12260" y="17767"/>
                  </a:lnTo>
                  <a:lnTo>
                    <a:pt x="12260" y="17653"/>
                  </a:lnTo>
                  <a:lnTo>
                    <a:pt x="12285" y="17415"/>
                  </a:lnTo>
                  <a:lnTo>
                    <a:pt x="12335" y="17188"/>
                  </a:lnTo>
                  <a:lnTo>
                    <a:pt x="12398" y="16974"/>
                  </a:lnTo>
                  <a:lnTo>
                    <a:pt x="12499" y="16773"/>
                  </a:lnTo>
                  <a:lnTo>
                    <a:pt x="12612" y="16572"/>
                  </a:lnTo>
                  <a:lnTo>
                    <a:pt x="12750" y="16384"/>
                  </a:lnTo>
                  <a:lnTo>
                    <a:pt x="12901" y="16207"/>
                  </a:lnTo>
                  <a:lnTo>
                    <a:pt x="13090" y="16031"/>
                  </a:lnTo>
                  <a:lnTo>
                    <a:pt x="13291" y="15868"/>
                  </a:lnTo>
                  <a:lnTo>
                    <a:pt x="13404" y="15793"/>
                  </a:lnTo>
                  <a:lnTo>
                    <a:pt x="13530" y="15717"/>
                  </a:lnTo>
                  <a:lnTo>
                    <a:pt x="13819" y="15566"/>
                  </a:lnTo>
                  <a:lnTo>
                    <a:pt x="14146" y="15440"/>
                  </a:lnTo>
                  <a:lnTo>
                    <a:pt x="14523" y="15315"/>
                  </a:lnTo>
                  <a:lnTo>
                    <a:pt x="14938" y="15189"/>
                  </a:lnTo>
                  <a:lnTo>
                    <a:pt x="15391" y="15088"/>
                  </a:lnTo>
                  <a:lnTo>
                    <a:pt x="15894" y="14988"/>
                  </a:lnTo>
                  <a:lnTo>
                    <a:pt x="16434" y="14887"/>
                  </a:lnTo>
                  <a:lnTo>
                    <a:pt x="17956" y="14648"/>
                  </a:lnTo>
                  <a:lnTo>
                    <a:pt x="19213" y="14435"/>
                  </a:lnTo>
                  <a:lnTo>
                    <a:pt x="20219" y="14246"/>
                  </a:lnTo>
                  <a:lnTo>
                    <a:pt x="20961" y="14095"/>
                  </a:lnTo>
                  <a:lnTo>
                    <a:pt x="21552" y="13957"/>
                  </a:lnTo>
                  <a:lnTo>
                    <a:pt x="22080" y="13818"/>
                  </a:lnTo>
                  <a:lnTo>
                    <a:pt x="22558" y="13680"/>
                  </a:lnTo>
                  <a:lnTo>
                    <a:pt x="22973" y="13529"/>
                  </a:lnTo>
                  <a:close/>
                  <a:moveTo>
                    <a:pt x="24054" y="0"/>
                  </a:moveTo>
                  <a:lnTo>
                    <a:pt x="23023" y="13"/>
                  </a:lnTo>
                  <a:lnTo>
                    <a:pt x="22005" y="25"/>
                  </a:lnTo>
                  <a:lnTo>
                    <a:pt x="20986" y="63"/>
                  </a:lnTo>
                  <a:lnTo>
                    <a:pt x="19968" y="101"/>
                  </a:lnTo>
                  <a:lnTo>
                    <a:pt x="18949" y="151"/>
                  </a:lnTo>
                  <a:lnTo>
                    <a:pt x="17943" y="214"/>
                  </a:lnTo>
                  <a:lnTo>
                    <a:pt x="16925" y="289"/>
                  </a:lnTo>
                  <a:lnTo>
                    <a:pt x="15919" y="365"/>
                  </a:lnTo>
                  <a:lnTo>
                    <a:pt x="14913" y="465"/>
                  </a:lnTo>
                  <a:lnTo>
                    <a:pt x="13895" y="566"/>
                  </a:lnTo>
                  <a:lnTo>
                    <a:pt x="12876" y="666"/>
                  </a:lnTo>
                  <a:lnTo>
                    <a:pt x="11858" y="792"/>
                  </a:lnTo>
                  <a:lnTo>
                    <a:pt x="9808" y="1056"/>
                  </a:lnTo>
                  <a:lnTo>
                    <a:pt x="7721" y="1345"/>
                  </a:lnTo>
                  <a:lnTo>
                    <a:pt x="5420" y="7557"/>
                  </a:lnTo>
                  <a:lnTo>
                    <a:pt x="6262" y="7356"/>
                  </a:lnTo>
                  <a:lnTo>
                    <a:pt x="7180" y="7142"/>
                  </a:lnTo>
                  <a:lnTo>
                    <a:pt x="8173" y="6941"/>
                  </a:lnTo>
                  <a:lnTo>
                    <a:pt x="9217" y="6740"/>
                  </a:lnTo>
                  <a:lnTo>
                    <a:pt x="10324" y="6538"/>
                  </a:lnTo>
                  <a:lnTo>
                    <a:pt x="11455" y="6350"/>
                  </a:lnTo>
                  <a:lnTo>
                    <a:pt x="12612" y="6174"/>
                  </a:lnTo>
                  <a:lnTo>
                    <a:pt x="13781" y="6023"/>
                  </a:lnTo>
                  <a:lnTo>
                    <a:pt x="14963" y="5897"/>
                  </a:lnTo>
                  <a:lnTo>
                    <a:pt x="16120" y="5797"/>
                  </a:lnTo>
                  <a:lnTo>
                    <a:pt x="16698" y="5746"/>
                  </a:lnTo>
                  <a:lnTo>
                    <a:pt x="17264" y="5721"/>
                  </a:lnTo>
                  <a:lnTo>
                    <a:pt x="17830" y="5696"/>
                  </a:lnTo>
                  <a:lnTo>
                    <a:pt x="18371" y="5671"/>
                  </a:lnTo>
                  <a:lnTo>
                    <a:pt x="19440" y="5671"/>
                  </a:lnTo>
                  <a:lnTo>
                    <a:pt x="19955" y="5696"/>
                  </a:lnTo>
                  <a:lnTo>
                    <a:pt x="20458" y="5721"/>
                  </a:lnTo>
                  <a:lnTo>
                    <a:pt x="20936" y="5746"/>
                  </a:lnTo>
                  <a:lnTo>
                    <a:pt x="21401" y="5797"/>
                  </a:lnTo>
                  <a:lnTo>
                    <a:pt x="21841" y="5859"/>
                  </a:lnTo>
                  <a:lnTo>
                    <a:pt x="22269" y="5935"/>
                  </a:lnTo>
                  <a:lnTo>
                    <a:pt x="22558" y="5998"/>
                  </a:lnTo>
                  <a:lnTo>
                    <a:pt x="22822" y="6073"/>
                  </a:lnTo>
                  <a:lnTo>
                    <a:pt x="23048" y="6161"/>
                  </a:lnTo>
                  <a:lnTo>
                    <a:pt x="23262" y="6249"/>
                  </a:lnTo>
                  <a:lnTo>
                    <a:pt x="23451" y="6350"/>
                  </a:lnTo>
                  <a:lnTo>
                    <a:pt x="23601" y="6463"/>
                  </a:lnTo>
                  <a:lnTo>
                    <a:pt x="23740" y="6589"/>
                  </a:lnTo>
                  <a:lnTo>
                    <a:pt x="23853" y="6727"/>
                  </a:lnTo>
                  <a:lnTo>
                    <a:pt x="23941" y="6865"/>
                  </a:lnTo>
                  <a:lnTo>
                    <a:pt x="24016" y="7016"/>
                  </a:lnTo>
                  <a:lnTo>
                    <a:pt x="24067" y="7192"/>
                  </a:lnTo>
                  <a:lnTo>
                    <a:pt x="24104" y="7368"/>
                  </a:lnTo>
                  <a:lnTo>
                    <a:pt x="24117" y="7557"/>
                  </a:lnTo>
                  <a:lnTo>
                    <a:pt x="24117" y="7745"/>
                  </a:lnTo>
                  <a:lnTo>
                    <a:pt x="24092" y="7959"/>
                  </a:lnTo>
                  <a:lnTo>
                    <a:pt x="24054" y="8186"/>
                  </a:lnTo>
                  <a:lnTo>
                    <a:pt x="24004" y="8424"/>
                  </a:lnTo>
                  <a:lnTo>
                    <a:pt x="23966" y="8538"/>
                  </a:lnTo>
                  <a:lnTo>
                    <a:pt x="23916" y="8638"/>
                  </a:lnTo>
                  <a:lnTo>
                    <a:pt x="23878" y="8739"/>
                  </a:lnTo>
                  <a:lnTo>
                    <a:pt x="23815" y="8839"/>
                  </a:lnTo>
                  <a:lnTo>
                    <a:pt x="23752" y="8927"/>
                  </a:lnTo>
                  <a:lnTo>
                    <a:pt x="23677" y="9003"/>
                  </a:lnTo>
                  <a:lnTo>
                    <a:pt x="23601" y="9091"/>
                  </a:lnTo>
                  <a:lnTo>
                    <a:pt x="23513" y="9166"/>
                  </a:lnTo>
                  <a:lnTo>
                    <a:pt x="23413" y="9229"/>
                  </a:lnTo>
                  <a:lnTo>
                    <a:pt x="23300" y="9305"/>
                  </a:lnTo>
                  <a:lnTo>
                    <a:pt x="23061" y="9430"/>
                  </a:lnTo>
                  <a:lnTo>
                    <a:pt x="22772" y="9556"/>
                  </a:lnTo>
                  <a:lnTo>
                    <a:pt x="22508" y="9657"/>
                  </a:lnTo>
                  <a:lnTo>
                    <a:pt x="22181" y="9770"/>
                  </a:lnTo>
                  <a:lnTo>
                    <a:pt x="21791" y="9896"/>
                  </a:lnTo>
                  <a:lnTo>
                    <a:pt x="21326" y="10034"/>
                  </a:lnTo>
                  <a:lnTo>
                    <a:pt x="20797" y="10160"/>
                  </a:lnTo>
                  <a:lnTo>
                    <a:pt x="20194" y="10285"/>
                  </a:lnTo>
                  <a:lnTo>
                    <a:pt x="19867" y="10336"/>
                  </a:lnTo>
                  <a:lnTo>
                    <a:pt x="19515" y="10386"/>
                  </a:lnTo>
                  <a:lnTo>
                    <a:pt x="19150" y="10424"/>
                  </a:lnTo>
                  <a:lnTo>
                    <a:pt x="18761" y="10461"/>
                  </a:lnTo>
                  <a:lnTo>
                    <a:pt x="17302" y="10587"/>
                  </a:lnTo>
                  <a:lnTo>
                    <a:pt x="15944" y="10713"/>
                  </a:lnTo>
                  <a:lnTo>
                    <a:pt x="14674" y="10839"/>
                  </a:lnTo>
                  <a:lnTo>
                    <a:pt x="13480" y="10977"/>
                  </a:lnTo>
                  <a:lnTo>
                    <a:pt x="12386" y="11103"/>
                  </a:lnTo>
                  <a:lnTo>
                    <a:pt x="11380" y="11228"/>
                  </a:lnTo>
                  <a:lnTo>
                    <a:pt x="10449" y="11367"/>
                  </a:lnTo>
                  <a:lnTo>
                    <a:pt x="9594" y="11492"/>
                  </a:lnTo>
                  <a:lnTo>
                    <a:pt x="8827" y="11631"/>
                  </a:lnTo>
                  <a:lnTo>
                    <a:pt x="8098" y="11769"/>
                  </a:lnTo>
                  <a:lnTo>
                    <a:pt x="7432" y="11920"/>
                  </a:lnTo>
                  <a:lnTo>
                    <a:pt x="6816" y="12083"/>
                  </a:lnTo>
                  <a:lnTo>
                    <a:pt x="6237" y="12259"/>
                  </a:lnTo>
                  <a:lnTo>
                    <a:pt x="5709" y="12448"/>
                  </a:lnTo>
                  <a:lnTo>
                    <a:pt x="5194" y="12649"/>
                  </a:lnTo>
                  <a:lnTo>
                    <a:pt x="4716" y="12863"/>
                  </a:lnTo>
                  <a:lnTo>
                    <a:pt x="4250" y="13089"/>
                  </a:lnTo>
                  <a:lnTo>
                    <a:pt x="3798" y="13328"/>
                  </a:lnTo>
                  <a:lnTo>
                    <a:pt x="3358" y="13567"/>
                  </a:lnTo>
                  <a:lnTo>
                    <a:pt x="2943" y="13831"/>
                  </a:lnTo>
                  <a:lnTo>
                    <a:pt x="2540" y="14120"/>
                  </a:lnTo>
                  <a:lnTo>
                    <a:pt x="2352" y="14271"/>
                  </a:lnTo>
                  <a:lnTo>
                    <a:pt x="2163" y="14435"/>
                  </a:lnTo>
                  <a:lnTo>
                    <a:pt x="1975" y="14598"/>
                  </a:lnTo>
                  <a:lnTo>
                    <a:pt x="1799" y="14762"/>
                  </a:lnTo>
                  <a:lnTo>
                    <a:pt x="1635" y="14938"/>
                  </a:lnTo>
                  <a:lnTo>
                    <a:pt x="1472" y="15126"/>
                  </a:lnTo>
                  <a:lnTo>
                    <a:pt x="1321" y="15327"/>
                  </a:lnTo>
                  <a:lnTo>
                    <a:pt x="1170" y="15529"/>
                  </a:lnTo>
                  <a:lnTo>
                    <a:pt x="1032" y="15730"/>
                  </a:lnTo>
                  <a:lnTo>
                    <a:pt x="893" y="15943"/>
                  </a:lnTo>
                  <a:lnTo>
                    <a:pt x="768" y="16170"/>
                  </a:lnTo>
                  <a:lnTo>
                    <a:pt x="654" y="16396"/>
                  </a:lnTo>
                  <a:lnTo>
                    <a:pt x="541" y="16622"/>
                  </a:lnTo>
                  <a:lnTo>
                    <a:pt x="441" y="16861"/>
                  </a:lnTo>
                  <a:lnTo>
                    <a:pt x="353" y="17088"/>
                  </a:lnTo>
                  <a:lnTo>
                    <a:pt x="277" y="17327"/>
                  </a:lnTo>
                  <a:lnTo>
                    <a:pt x="202" y="17553"/>
                  </a:lnTo>
                  <a:lnTo>
                    <a:pt x="139" y="17792"/>
                  </a:lnTo>
                  <a:lnTo>
                    <a:pt x="89" y="18018"/>
                  </a:lnTo>
                  <a:lnTo>
                    <a:pt x="51" y="18244"/>
                  </a:lnTo>
                  <a:lnTo>
                    <a:pt x="13" y="18458"/>
                  </a:lnTo>
                  <a:lnTo>
                    <a:pt x="1" y="18672"/>
                  </a:lnTo>
                  <a:lnTo>
                    <a:pt x="1" y="19024"/>
                  </a:lnTo>
                  <a:lnTo>
                    <a:pt x="13" y="19351"/>
                  </a:lnTo>
                  <a:lnTo>
                    <a:pt x="51" y="19665"/>
                  </a:lnTo>
                  <a:lnTo>
                    <a:pt x="101" y="19954"/>
                  </a:lnTo>
                  <a:lnTo>
                    <a:pt x="177" y="20231"/>
                  </a:lnTo>
                  <a:lnTo>
                    <a:pt x="265" y="20508"/>
                  </a:lnTo>
                  <a:lnTo>
                    <a:pt x="378" y="20759"/>
                  </a:lnTo>
                  <a:lnTo>
                    <a:pt x="516" y="21011"/>
                  </a:lnTo>
                  <a:lnTo>
                    <a:pt x="667" y="21250"/>
                  </a:lnTo>
                  <a:lnTo>
                    <a:pt x="843" y="21488"/>
                  </a:lnTo>
                  <a:lnTo>
                    <a:pt x="1032" y="21715"/>
                  </a:lnTo>
                  <a:lnTo>
                    <a:pt x="1233" y="21954"/>
                  </a:lnTo>
                  <a:lnTo>
                    <a:pt x="1472" y="22193"/>
                  </a:lnTo>
                  <a:lnTo>
                    <a:pt x="1711" y="22431"/>
                  </a:lnTo>
                  <a:lnTo>
                    <a:pt x="2276" y="22947"/>
                  </a:lnTo>
                  <a:lnTo>
                    <a:pt x="2566" y="23186"/>
                  </a:lnTo>
                  <a:lnTo>
                    <a:pt x="2893" y="23412"/>
                  </a:lnTo>
                  <a:lnTo>
                    <a:pt x="3219" y="23613"/>
                  </a:lnTo>
                  <a:lnTo>
                    <a:pt x="3584" y="23789"/>
                  </a:lnTo>
                  <a:lnTo>
                    <a:pt x="3961" y="23953"/>
                  </a:lnTo>
                  <a:lnTo>
                    <a:pt x="4364" y="24104"/>
                  </a:lnTo>
                  <a:lnTo>
                    <a:pt x="4791" y="24229"/>
                  </a:lnTo>
                  <a:lnTo>
                    <a:pt x="5244" y="24343"/>
                  </a:lnTo>
                  <a:lnTo>
                    <a:pt x="5734" y="24431"/>
                  </a:lnTo>
                  <a:lnTo>
                    <a:pt x="6237" y="24519"/>
                  </a:lnTo>
                  <a:lnTo>
                    <a:pt x="6790" y="24582"/>
                  </a:lnTo>
                  <a:lnTo>
                    <a:pt x="7356" y="24632"/>
                  </a:lnTo>
                  <a:lnTo>
                    <a:pt x="7972" y="24670"/>
                  </a:lnTo>
                  <a:lnTo>
                    <a:pt x="8614" y="24695"/>
                  </a:lnTo>
                  <a:lnTo>
                    <a:pt x="9293" y="24707"/>
                  </a:lnTo>
                  <a:lnTo>
                    <a:pt x="10009" y="24720"/>
                  </a:lnTo>
                  <a:lnTo>
                    <a:pt x="10852" y="24707"/>
                  </a:lnTo>
                  <a:lnTo>
                    <a:pt x="11644" y="24670"/>
                  </a:lnTo>
                  <a:lnTo>
                    <a:pt x="12373" y="24619"/>
                  </a:lnTo>
                  <a:lnTo>
                    <a:pt x="13077" y="24544"/>
                  </a:lnTo>
                  <a:lnTo>
                    <a:pt x="13769" y="24443"/>
                  </a:lnTo>
                  <a:lnTo>
                    <a:pt x="14448" y="24317"/>
                  </a:lnTo>
                  <a:lnTo>
                    <a:pt x="15139" y="24167"/>
                  </a:lnTo>
                  <a:lnTo>
                    <a:pt x="15843" y="24003"/>
                  </a:lnTo>
                  <a:lnTo>
                    <a:pt x="16573" y="23789"/>
                  </a:lnTo>
                  <a:lnTo>
                    <a:pt x="17327" y="23538"/>
                  </a:lnTo>
                  <a:lnTo>
                    <a:pt x="18082" y="23261"/>
                  </a:lnTo>
                  <a:lnTo>
                    <a:pt x="18823" y="22947"/>
                  </a:lnTo>
                  <a:lnTo>
                    <a:pt x="19578" y="22620"/>
                  </a:lnTo>
                  <a:lnTo>
                    <a:pt x="20307" y="22268"/>
                  </a:lnTo>
                  <a:lnTo>
                    <a:pt x="21011" y="21891"/>
                  </a:lnTo>
                  <a:lnTo>
                    <a:pt x="21351" y="21702"/>
                  </a:lnTo>
                  <a:lnTo>
                    <a:pt x="21690" y="21501"/>
                  </a:lnTo>
                  <a:lnTo>
                    <a:pt x="21803" y="24531"/>
                  </a:lnTo>
                  <a:lnTo>
                    <a:pt x="33975" y="24556"/>
                  </a:lnTo>
                  <a:lnTo>
                    <a:pt x="34038" y="24091"/>
                  </a:lnTo>
                  <a:lnTo>
                    <a:pt x="33862" y="23978"/>
                  </a:lnTo>
                  <a:lnTo>
                    <a:pt x="33698" y="23865"/>
                  </a:lnTo>
                  <a:lnTo>
                    <a:pt x="33547" y="23739"/>
                  </a:lnTo>
                  <a:lnTo>
                    <a:pt x="33409" y="23613"/>
                  </a:lnTo>
                  <a:lnTo>
                    <a:pt x="33296" y="23475"/>
                  </a:lnTo>
                  <a:lnTo>
                    <a:pt x="33183" y="23337"/>
                  </a:lnTo>
                  <a:lnTo>
                    <a:pt x="33082" y="23186"/>
                  </a:lnTo>
                  <a:lnTo>
                    <a:pt x="33007" y="23035"/>
                  </a:lnTo>
                  <a:lnTo>
                    <a:pt x="32931" y="22884"/>
                  </a:lnTo>
                  <a:lnTo>
                    <a:pt x="32881" y="22721"/>
                  </a:lnTo>
                  <a:lnTo>
                    <a:pt x="32843" y="22545"/>
                  </a:lnTo>
                  <a:lnTo>
                    <a:pt x="32818" y="22381"/>
                  </a:lnTo>
                  <a:lnTo>
                    <a:pt x="32805" y="22193"/>
                  </a:lnTo>
                  <a:lnTo>
                    <a:pt x="32805" y="22016"/>
                  </a:lnTo>
                  <a:lnTo>
                    <a:pt x="32818" y="21815"/>
                  </a:lnTo>
                  <a:lnTo>
                    <a:pt x="32843" y="21627"/>
                  </a:lnTo>
                  <a:lnTo>
                    <a:pt x="34968" y="9694"/>
                  </a:lnTo>
                  <a:lnTo>
                    <a:pt x="35182" y="8487"/>
                  </a:lnTo>
                  <a:lnTo>
                    <a:pt x="35358" y="7469"/>
                  </a:lnTo>
                  <a:lnTo>
                    <a:pt x="35421" y="7016"/>
                  </a:lnTo>
                  <a:lnTo>
                    <a:pt x="35471" y="6576"/>
                  </a:lnTo>
                  <a:lnTo>
                    <a:pt x="35509" y="6149"/>
                  </a:lnTo>
                  <a:lnTo>
                    <a:pt x="35534" y="5721"/>
                  </a:lnTo>
                  <a:lnTo>
                    <a:pt x="35534" y="5419"/>
                  </a:lnTo>
                  <a:lnTo>
                    <a:pt x="35521" y="5118"/>
                  </a:lnTo>
                  <a:lnTo>
                    <a:pt x="35484" y="4828"/>
                  </a:lnTo>
                  <a:lnTo>
                    <a:pt x="35433" y="4552"/>
                  </a:lnTo>
                  <a:lnTo>
                    <a:pt x="35358" y="4275"/>
                  </a:lnTo>
                  <a:lnTo>
                    <a:pt x="35257" y="3998"/>
                  </a:lnTo>
                  <a:lnTo>
                    <a:pt x="35144" y="3734"/>
                  </a:lnTo>
                  <a:lnTo>
                    <a:pt x="35018" y="3470"/>
                  </a:lnTo>
                  <a:lnTo>
                    <a:pt x="34855" y="3219"/>
                  </a:lnTo>
                  <a:lnTo>
                    <a:pt x="34679" y="2967"/>
                  </a:lnTo>
                  <a:lnTo>
                    <a:pt x="34478" y="2729"/>
                  </a:lnTo>
                  <a:lnTo>
                    <a:pt x="34251" y="2502"/>
                  </a:lnTo>
                  <a:lnTo>
                    <a:pt x="34012" y="2276"/>
                  </a:lnTo>
                  <a:lnTo>
                    <a:pt x="33736" y="2062"/>
                  </a:lnTo>
                  <a:lnTo>
                    <a:pt x="33434" y="1848"/>
                  </a:lnTo>
                  <a:lnTo>
                    <a:pt x="33120" y="1660"/>
                  </a:lnTo>
                  <a:lnTo>
                    <a:pt x="32768" y="1471"/>
                  </a:lnTo>
                  <a:lnTo>
                    <a:pt x="32390" y="1295"/>
                  </a:lnTo>
                  <a:lnTo>
                    <a:pt x="31988" y="1119"/>
                  </a:lnTo>
                  <a:lnTo>
                    <a:pt x="31561" y="968"/>
                  </a:lnTo>
                  <a:lnTo>
                    <a:pt x="31108" y="817"/>
                  </a:lnTo>
                  <a:lnTo>
                    <a:pt x="30618" y="679"/>
                  </a:lnTo>
                  <a:lnTo>
                    <a:pt x="30102" y="553"/>
                  </a:lnTo>
                  <a:lnTo>
                    <a:pt x="29561" y="453"/>
                  </a:lnTo>
                  <a:lnTo>
                    <a:pt x="28983" y="352"/>
                  </a:lnTo>
                  <a:lnTo>
                    <a:pt x="28379" y="264"/>
                  </a:lnTo>
                  <a:lnTo>
                    <a:pt x="27738" y="176"/>
                  </a:lnTo>
                  <a:lnTo>
                    <a:pt x="27072" y="126"/>
                  </a:lnTo>
                  <a:lnTo>
                    <a:pt x="26368" y="76"/>
                  </a:lnTo>
                  <a:lnTo>
                    <a:pt x="25638" y="38"/>
                  </a:lnTo>
                  <a:lnTo>
                    <a:pt x="24859" y="13"/>
                  </a:lnTo>
                  <a:lnTo>
                    <a:pt x="24054" y="0"/>
                  </a:lnTo>
                  <a:close/>
                </a:path>
              </a:pathLst>
            </a:custGeom>
            <a:solidFill>
              <a:srgbClr val="013D5B"/>
            </a:solidFill>
            <a:ln>
              <a:noFill/>
            </a:ln>
          </p:spPr>
          <p:txBody>
            <a:bodyPr anchorCtr="0" anchor="ctr" bIns="88875" lIns="88875" spcFirstLastPara="1" rIns="88875" wrap="square" tIns="88875">
              <a:noAutofit/>
            </a:bodyPr>
            <a:lstStyle/>
            <a:p>
              <a:pPr indent="0" lvl="0" marL="0" rtl="0" algn="l">
                <a:spcBef>
                  <a:spcPts val="0"/>
                </a:spcBef>
                <a:spcAft>
                  <a:spcPts val="0"/>
                </a:spcAft>
                <a:buNone/>
              </a:pPr>
              <a:r>
                <a:t/>
              </a:r>
              <a:endParaRPr/>
            </a:p>
          </p:txBody>
        </p:sp>
        <p:sp>
          <p:nvSpPr>
            <p:cNvPr id="45" name="Google Shape;45;p9"/>
            <p:cNvSpPr/>
            <p:nvPr/>
          </p:nvSpPr>
          <p:spPr>
            <a:xfrm>
              <a:off x="2896200" y="2649850"/>
              <a:ext cx="436325" cy="822975"/>
            </a:xfrm>
            <a:custGeom>
              <a:rect b="b" l="l" r="r" t="t"/>
              <a:pathLst>
                <a:path extrusionOk="0" h="32919" w="17453">
                  <a:moveTo>
                    <a:pt x="11442" y="1"/>
                  </a:moveTo>
                  <a:lnTo>
                    <a:pt x="11128" y="13"/>
                  </a:lnTo>
                  <a:lnTo>
                    <a:pt x="10801" y="38"/>
                  </a:lnTo>
                  <a:lnTo>
                    <a:pt x="10487" y="63"/>
                  </a:lnTo>
                  <a:lnTo>
                    <a:pt x="10185" y="114"/>
                  </a:lnTo>
                  <a:lnTo>
                    <a:pt x="9871" y="152"/>
                  </a:lnTo>
                  <a:lnTo>
                    <a:pt x="9569" y="214"/>
                  </a:lnTo>
                  <a:lnTo>
                    <a:pt x="9280" y="277"/>
                  </a:lnTo>
                  <a:lnTo>
                    <a:pt x="8990" y="353"/>
                  </a:lnTo>
                  <a:lnTo>
                    <a:pt x="8701" y="428"/>
                  </a:lnTo>
                  <a:lnTo>
                    <a:pt x="8425" y="516"/>
                  </a:lnTo>
                  <a:lnTo>
                    <a:pt x="8161" y="604"/>
                  </a:lnTo>
                  <a:lnTo>
                    <a:pt x="7897" y="705"/>
                  </a:lnTo>
                  <a:lnTo>
                    <a:pt x="7632" y="805"/>
                  </a:lnTo>
                  <a:lnTo>
                    <a:pt x="7394" y="919"/>
                  </a:lnTo>
                  <a:lnTo>
                    <a:pt x="7155" y="1032"/>
                  </a:lnTo>
                  <a:lnTo>
                    <a:pt x="6916" y="1157"/>
                  </a:lnTo>
                  <a:lnTo>
                    <a:pt x="6702" y="1283"/>
                  </a:lnTo>
                  <a:lnTo>
                    <a:pt x="6488" y="1421"/>
                  </a:lnTo>
                  <a:lnTo>
                    <a:pt x="6287" y="1560"/>
                  </a:lnTo>
                  <a:lnTo>
                    <a:pt x="6098" y="1711"/>
                  </a:lnTo>
                  <a:lnTo>
                    <a:pt x="5922" y="1862"/>
                  </a:lnTo>
                  <a:lnTo>
                    <a:pt x="5759" y="2012"/>
                  </a:lnTo>
                  <a:lnTo>
                    <a:pt x="5608" y="2163"/>
                  </a:lnTo>
                  <a:lnTo>
                    <a:pt x="5470" y="2327"/>
                  </a:lnTo>
                  <a:lnTo>
                    <a:pt x="5331" y="2490"/>
                  </a:lnTo>
                  <a:lnTo>
                    <a:pt x="5218" y="2666"/>
                  </a:lnTo>
                  <a:lnTo>
                    <a:pt x="5118" y="2830"/>
                  </a:lnTo>
                  <a:lnTo>
                    <a:pt x="5030" y="3006"/>
                  </a:lnTo>
                  <a:lnTo>
                    <a:pt x="4967" y="3182"/>
                  </a:lnTo>
                  <a:lnTo>
                    <a:pt x="4904" y="3370"/>
                  </a:lnTo>
                  <a:lnTo>
                    <a:pt x="4866" y="3546"/>
                  </a:lnTo>
                  <a:lnTo>
                    <a:pt x="4841" y="3735"/>
                  </a:lnTo>
                  <a:lnTo>
                    <a:pt x="4829" y="3911"/>
                  </a:lnTo>
                  <a:lnTo>
                    <a:pt x="4841" y="4087"/>
                  </a:lnTo>
                  <a:lnTo>
                    <a:pt x="4866" y="4263"/>
                  </a:lnTo>
                  <a:lnTo>
                    <a:pt x="4904" y="4439"/>
                  </a:lnTo>
                  <a:lnTo>
                    <a:pt x="4954" y="4603"/>
                  </a:lnTo>
                  <a:lnTo>
                    <a:pt x="5030" y="4766"/>
                  </a:lnTo>
                  <a:lnTo>
                    <a:pt x="5118" y="4929"/>
                  </a:lnTo>
                  <a:lnTo>
                    <a:pt x="5206" y="5080"/>
                  </a:lnTo>
                  <a:lnTo>
                    <a:pt x="5319" y="5244"/>
                  </a:lnTo>
                  <a:lnTo>
                    <a:pt x="5445" y="5382"/>
                  </a:lnTo>
                  <a:lnTo>
                    <a:pt x="5583" y="5533"/>
                  </a:lnTo>
                  <a:lnTo>
                    <a:pt x="5734" y="5671"/>
                  </a:lnTo>
                  <a:lnTo>
                    <a:pt x="5897" y="5810"/>
                  </a:lnTo>
                  <a:lnTo>
                    <a:pt x="6061" y="5935"/>
                  </a:lnTo>
                  <a:lnTo>
                    <a:pt x="6249" y="6061"/>
                  </a:lnTo>
                  <a:lnTo>
                    <a:pt x="6451" y="6174"/>
                  </a:lnTo>
                  <a:lnTo>
                    <a:pt x="6652" y="6287"/>
                  </a:lnTo>
                  <a:lnTo>
                    <a:pt x="6878" y="6388"/>
                  </a:lnTo>
                  <a:lnTo>
                    <a:pt x="7104" y="6489"/>
                  </a:lnTo>
                  <a:lnTo>
                    <a:pt x="7343" y="6589"/>
                  </a:lnTo>
                  <a:lnTo>
                    <a:pt x="7582" y="6665"/>
                  </a:lnTo>
                  <a:lnTo>
                    <a:pt x="7846" y="6753"/>
                  </a:lnTo>
                  <a:lnTo>
                    <a:pt x="8110" y="6816"/>
                  </a:lnTo>
                  <a:lnTo>
                    <a:pt x="8387" y="6878"/>
                  </a:lnTo>
                  <a:lnTo>
                    <a:pt x="8664" y="6941"/>
                  </a:lnTo>
                  <a:lnTo>
                    <a:pt x="8953" y="6979"/>
                  </a:lnTo>
                  <a:lnTo>
                    <a:pt x="9254" y="7029"/>
                  </a:lnTo>
                  <a:lnTo>
                    <a:pt x="9556" y="7054"/>
                  </a:lnTo>
                  <a:lnTo>
                    <a:pt x="9858" y="7080"/>
                  </a:lnTo>
                  <a:lnTo>
                    <a:pt x="10185" y="7092"/>
                  </a:lnTo>
                  <a:lnTo>
                    <a:pt x="10826" y="7092"/>
                  </a:lnTo>
                  <a:lnTo>
                    <a:pt x="11153" y="7080"/>
                  </a:lnTo>
                  <a:lnTo>
                    <a:pt x="11467" y="7054"/>
                  </a:lnTo>
                  <a:lnTo>
                    <a:pt x="11782" y="7029"/>
                  </a:lnTo>
                  <a:lnTo>
                    <a:pt x="12096" y="6979"/>
                  </a:lnTo>
                  <a:lnTo>
                    <a:pt x="12398" y="6941"/>
                  </a:lnTo>
                  <a:lnTo>
                    <a:pt x="12700" y="6878"/>
                  </a:lnTo>
                  <a:lnTo>
                    <a:pt x="12989" y="6816"/>
                  </a:lnTo>
                  <a:lnTo>
                    <a:pt x="13291" y="6753"/>
                  </a:lnTo>
                  <a:lnTo>
                    <a:pt x="13567" y="6665"/>
                  </a:lnTo>
                  <a:lnTo>
                    <a:pt x="13844" y="6589"/>
                  </a:lnTo>
                  <a:lnTo>
                    <a:pt x="14121" y="6489"/>
                  </a:lnTo>
                  <a:lnTo>
                    <a:pt x="14385" y="6388"/>
                  </a:lnTo>
                  <a:lnTo>
                    <a:pt x="14636" y="6287"/>
                  </a:lnTo>
                  <a:lnTo>
                    <a:pt x="14888" y="6174"/>
                  </a:lnTo>
                  <a:lnTo>
                    <a:pt x="15126" y="6061"/>
                  </a:lnTo>
                  <a:lnTo>
                    <a:pt x="15353" y="5935"/>
                  </a:lnTo>
                  <a:lnTo>
                    <a:pt x="15579" y="5810"/>
                  </a:lnTo>
                  <a:lnTo>
                    <a:pt x="15780" y="5671"/>
                  </a:lnTo>
                  <a:lnTo>
                    <a:pt x="15981" y="5533"/>
                  </a:lnTo>
                  <a:lnTo>
                    <a:pt x="16170" y="5382"/>
                  </a:lnTo>
                  <a:lnTo>
                    <a:pt x="16346" y="5244"/>
                  </a:lnTo>
                  <a:lnTo>
                    <a:pt x="16522" y="5080"/>
                  </a:lnTo>
                  <a:lnTo>
                    <a:pt x="16673" y="4929"/>
                  </a:lnTo>
                  <a:lnTo>
                    <a:pt x="16811" y="4766"/>
                  </a:lnTo>
                  <a:lnTo>
                    <a:pt x="16937" y="4603"/>
                  </a:lnTo>
                  <a:lnTo>
                    <a:pt x="17063" y="4439"/>
                  </a:lnTo>
                  <a:lnTo>
                    <a:pt x="17163" y="4263"/>
                  </a:lnTo>
                  <a:lnTo>
                    <a:pt x="17251" y="4087"/>
                  </a:lnTo>
                  <a:lnTo>
                    <a:pt x="17314" y="3911"/>
                  </a:lnTo>
                  <a:lnTo>
                    <a:pt x="17377" y="3735"/>
                  </a:lnTo>
                  <a:lnTo>
                    <a:pt x="17415" y="3546"/>
                  </a:lnTo>
                  <a:lnTo>
                    <a:pt x="17440" y="3370"/>
                  </a:lnTo>
                  <a:lnTo>
                    <a:pt x="17453" y="3182"/>
                  </a:lnTo>
                  <a:lnTo>
                    <a:pt x="17440" y="3006"/>
                  </a:lnTo>
                  <a:lnTo>
                    <a:pt x="17415" y="2830"/>
                  </a:lnTo>
                  <a:lnTo>
                    <a:pt x="17377" y="2666"/>
                  </a:lnTo>
                  <a:lnTo>
                    <a:pt x="17314" y="2490"/>
                  </a:lnTo>
                  <a:lnTo>
                    <a:pt x="17251" y="2327"/>
                  </a:lnTo>
                  <a:lnTo>
                    <a:pt x="17163" y="2163"/>
                  </a:lnTo>
                  <a:lnTo>
                    <a:pt x="17063" y="2012"/>
                  </a:lnTo>
                  <a:lnTo>
                    <a:pt x="16950" y="1862"/>
                  </a:lnTo>
                  <a:lnTo>
                    <a:pt x="16824" y="1711"/>
                  </a:lnTo>
                  <a:lnTo>
                    <a:pt x="16686" y="1560"/>
                  </a:lnTo>
                  <a:lnTo>
                    <a:pt x="16535" y="1421"/>
                  </a:lnTo>
                  <a:lnTo>
                    <a:pt x="16371" y="1283"/>
                  </a:lnTo>
                  <a:lnTo>
                    <a:pt x="16208" y="1157"/>
                  </a:lnTo>
                  <a:lnTo>
                    <a:pt x="16019" y="1032"/>
                  </a:lnTo>
                  <a:lnTo>
                    <a:pt x="15818" y="919"/>
                  </a:lnTo>
                  <a:lnTo>
                    <a:pt x="15617" y="805"/>
                  </a:lnTo>
                  <a:lnTo>
                    <a:pt x="15390" y="705"/>
                  </a:lnTo>
                  <a:lnTo>
                    <a:pt x="15164" y="604"/>
                  </a:lnTo>
                  <a:lnTo>
                    <a:pt x="14925" y="516"/>
                  </a:lnTo>
                  <a:lnTo>
                    <a:pt x="14674" y="428"/>
                  </a:lnTo>
                  <a:lnTo>
                    <a:pt x="14422" y="353"/>
                  </a:lnTo>
                  <a:lnTo>
                    <a:pt x="14158" y="277"/>
                  </a:lnTo>
                  <a:lnTo>
                    <a:pt x="13882" y="214"/>
                  </a:lnTo>
                  <a:lnTo>
                    <a:pt x="13605" y="152"/>
                  </a:lnTo>
                  <a:lnTo>
                    <a:pt x="13316" y="114"/>
                  </a:lnTo>
                  <a:lnTo>
                    <a:pt x="13014" y="63"/>
                  </a:lnTo>
                  <a:lnTo>
                    <a:pt x="12712" y="38"/>
                  </a:lnTo>
                  <a:lnTo>
                    <a:pt x="12398" y="13"/>
                  </a:lnTo>
                  <a:lnTo>
                    <a:pt x="12084" y="1"/>
                  </a:lnTo>
                  <a:close/>
                  <a:moveTo>
                    <a:pt x="4225" y="9066"/>
                  </a:moveTo>
                  <a:lnTo>
                    <a:pt x="0" y="32918"/>
                  </a:lnTo>
                  <a:lnTo>
                    <a:pt x="11656" y="32918"/>
                  </a:lnTo>
                  <a:lnTo>
                    <a:pt x="15881" y="9066"/>
                  </a:lnTo>
                  <a:close/>
                </a:path>
              </a:pathLst>
            </a:custGeom>
            <a:solidFill>
              <a:srgbClr val="013D5B"/>
            </a:solidFill>
            <a:ln>
              <a:noFill/>
            </a:ln>
          </p:spPr>
          <p:txBody>
            <a:bodyPr anchorCtr="0" anchor="ctr" bIns="88875" lIns="88875" spcFirstLastPara="1" rIns="88875" wrap="square" tIns="88875">
              <a:noAutofit/>
            </a:bodyPr>
            <a:lstStyle/>
            <a:p>
              <a:pPr indent="0" lvl="0" marL="0" rtl="0" algn="l">
                <a:spcBef>
                  <a:spcPts val="0"/>
                </a:spcBef>
                <a:spcAft>
                  <a:spcPts val="0"/>
                </a:spcAft>
                <a:buNone/>
              </a:pPr>
              <a:r>
                <a:t/>
              </a:r>
              <a:endParaRPr/>
            </a:p>
          </p:txBody>
        </p:sp>
        <p:sp>
          <p:nvSpPr>
            <p:cNvPr id="46" name="Google Shape;46;p9"/>
            <p:cNvSpPr/>
            <p:nvPr/>
          </p:nvSpPr>
          <p:spPr>
            <a:xfrm>
              <a:off x="3753725" y="2860150"/>
              <a:ext cx="888350" cy="617700"/>
            </a:xfrm>
            <a:custGeom>
              <a:rect b="b" l="l" r="r" t="t"/>
              <a:pathLst>
                <a:path extrusionOk="0" h="24708" w="35534">
                  <a:moveTo>
                    <a:pt x="22972" y="13542"/>
                  </a:moveTo>
                  <a:lnTo>
                    <a:pt x="22784" y="14510"/>
                  </a:lnTo>
                  <a:lnTo>
                    <a:pt x="22620" y="15302"/>
                  </a:lnTo>
                  <a:lnTo>
                    <a:pt x="22482" y="15893"/>
                  </a:lnTo>
                  <a:lnTo>
                    <a:pt x="22419" y="16120"/>
                  </a:lnTo>
                  <a:lnTo>
                    <a:pt x="22356" y="16283"/>
                  </a:lnTo>
                  <a:lnTo>
                    <a:pt x="22268" y="16510"/>
                  </a:lnTo>
                  <a:lnTo>
                    <a:pt x="22155" y="16736"/>
                  </a:lnTo>
                  <a:lnTo>
                    <a:pt x="22042" y="16937"/>
                  </a:lnTo>
                  <a:lnTo>
                    <a:pt x="21916" y="17138"/>
                  </a:lnTo>
                  <a:lnTo>
                    <a:pt x="21791" y="17327"/>
                  </a:lnTo>
                  <a:lnTo>
                    <a:pt x="21640" y="17515"/>
                  </a:lnTo>
                  <a:lnTo>
                    <a:pt x="21489" y="17679"/>
                  </a:lnTo>
                  <a:lnTo>
                    <a:pt x="21325" y="17842"/>
                  </a:lnTo>
                  <a:lnTo>
                    <a:pt x="21074" y="18031"/>
                  </a:lnTo>
                  <a:lnTo>
                    <a:pt x="20810" y="18220"/>
                  </a:lnTo>
                  <a:lnTo>
                    <a:pt x="20521" y="18396"/>
                  </a:lnTo>
                  <a:lnTo>
                    <a:pt x="20219" y="18572"/>
                  </a:lnTo>
                  <a:lnTo>
                    <a:pt x="19904" y="18723"/>
                  </a:lnTo>
                  <a:lnTo>
                    <a:pt x="19578" y="18873"/>
                  </a:lnTo>
                  <a:lnTo>
                    <a:pt x="19226" y="19012"/>
                  </a:lnTo>
                  <a:lnTo>
                    <a:pt x="18861" y="19137"/>
                  </a:lnTo>
                  <a:lnTo>
                    <a:pt x="18496" y="19251"/>
                  </a:lnTo>
                  <a:lnTo>
                    <a:pt x="18119" y="19339"/>
                  </a:lnTo>
                  <a:lnTo>
                    <a:pt x="17754" y="19427"/>
                  </a:lnTo>
                  <a:lnTo>
                    <a:pt x="17377" y="19489"/>
                  </a:lnTo>
                  <a:lnTo>
                    <a:pt x="17000" y="19540"/>
                  </a:lnTo>
                  <a:lnTo>
                    <a:pt x="16623" y="19578"/>
                  </a:lnTo>
                  <a:lnTo>
                    <a:pt x="16246" y="19590"/>
                  </a:lnTo>
                  <a:lnTo>
                    <a:pt x="15868" y="19603"/>
                  </a:lnTo>
                  <a:lnTo>
                    <a:pt x="15378" y="19590"/>
                  </a:lnTo>
                  <a:lnTo>
                    <a:pt x="14913" y="19565"/>
                  </a:lnTo>
                  <a:lnTo>
                    <a:pt x="14498" y="19515"/>
                  </a:lnTo>
                  <a:lnTo>
                    <a:pt x="14108" y="19452"/>
                  </a:lnTo>
                  <a:lnTo>
                    <a:pt x="13769" y="19364"/>
                  </a:lnTo>
                  <a:lnTo>
                    <a:pt x="13454" y="19263"/>
                  </a:lnTo>
                  <a:lnTo>
                    <a:pt x="13316" y="19200"/>
                  </a:lnTo>
                  <a:lnTo>
                    <a:pt x="13178" y="19137"/>
                  </a:lnTo>
                  <a:lnTo>
                    <a:pt x="13052" y="19075"/>
                  </a:lnTo>
                  <a:lnTo>
                    <a:pt x="12939" y="18999"/>
                  </a:lnTo>
                  <a:lnTo>
                    <a:pt x="12750" y="18848"/>
                  </a:lnTo>
                  <a:lnTo>
                    <a:pt x="12662" y="18760"/>
                  </a:lnTo>
                  <a:lnTo>
                    <a:pt x="12587" y="18672"/>
                  </a:lnTo>
                  <a:lnTo>
                    <a:pt x="12511" y="18584"/>
                  </a:lnTo>
                  <a:lnTo>
                    <a:pt x="12461" y="18496"/>
                  </a:lnTo>
                  <a:lnTo>
                    <a:pt x="12398" y="18396"/>
                  </a:lnTo>
                  <a:lnTo>
                    <a:pt x="12360" y="18308"/>
                  </a:lnTo>
                  <a:lnTo>
                    <a:pt x="12310" y="18207"/>
                  </a:lnTo>
                  <a:lnTo>
                    <a:pt x="12285" y="18094"/>
                  </a:lnTo>
                  <a:lnTo>
                    <a:pt x="12260" y="17993"/>
                  </a:lnTo>
                  <a:lnTo>
                    <a:pt x="12247" y="17880"/>
                  </a:lnTo>
                  <a:lnTo>
                    <a:pt x="12247" y="17767"/>
                  </a:lnTo>
                  <a:lnTo>
                    <a:pt x="12247" y="17654"/>
                  </a:lnTo>
                  <a:lnTo>
                    <a:pt x="12260" y="17528"/>
                  </a:lnTo>
                  <a:lnTo>
                    <a:pt x="12272" y="17415"/>
                  </a:lnTo>
                  <a:lnTo>
                    <a:pt x="12323" y="17189"/>
                  </a:lnTo>
                  <a:lnTo>
                    <a:pt x="12398" y="16975"/>
                  </a:lnTo>
                  <a:lnTo>
                    <a:pt x="12499" y="16761"/>
                  </a:lnTo>
                  <a:lnTo>
                    <a:pt x="12612" y="16572"/>
                  </a:lnTo>
                  <a:lnTo>
                    <a:pt x="12750" y="16384"/>
                  </a:lnTo>
                  <a:lnTo>
                    <a:pt x="12901" y="16208"/>
                  </a:lnTo>
                  <a:lnTo>
                    <a:pt x="13090" y="16032"/>
                  </a:lnTo>
                  <a:lnTo>
                    <a:pt x="13278" y="15881"/>
                  </a:lnTo>
                  <a:lnTo>
                    <a:pt x="13391" y="15793"/>
                  </a:lnTo>
                  <a:lnTo>
                    <a:pt x="13517" y="15717"/>
                  </a:lnTo>
                  <a:lnTo>
                    <a:pt x="13806" y="15579"/>
                  </a:lnTo>
                  <a:lnTo>
                    <a:pt x="14133" y="15441"/>
                  </a:lnTo>
                  <a:lnTo>
                    <a:pt x="14510" y="15315"/>
                  </a:lnTo>
                  <a:lnTo>
                    <a:pt x="14925" y="15202"/>
                  </a:lnTo>
                  <a:lnTo>
                    <a:pt x="15378" y="15089"/>
                  </a:lnTo>
                  <a:lnTo>
                    <a:pt x="15881" y="14988"/>
                  </a:lnTo>
                  <a:lnTo>
                    <a:pt x="16422" y="14900"/>
                  </a:lnTo>
                  <a:lnTo>
                    <a:pt x="19200" y="14435"/>
                  </a:lnTo>
                  <a:lnTo>
                    <a:pt x="20206" y="14259"/>
                  </a:lnTo>
                  <a:lnTo>
                    <a:pt x="20609" y="14171"/>
                  </a:lnTo>
                  <a:lnTo>
                    <a:pt x="20948" y="14095"/>
                  </a:lnTo>
                  <a:lnTo>
                    <a:pt x="21539" y="13957"/>
                  </a:lnTo>
                  <a:lnTo>
                    <a:pt x="22080" y="13819"/>
                  </a:lnTo>
                  <a:lnTo>
                    <a:pt x="22558" y="13680"/>
                  </a:lnTo>
                  <a:lnTo>
                    <a:pt x="22972" y="13542"/>
                  </a:lnTo>
                  <a:close/>
                  <a:moveTo>
                    <a:pt x="23023" y="0"/>
                  </a:moveTo>
                  <a:lnTo>
                    <a:pt x="22004" y="26"/>
                  </a:lnTo>
                  <a:lnTo>
                    <a:pt x="20986" y="51"/>
                  </a:lnTo>
                  <a:lnTo>
                    <a:pt x="19967" y="88"/>
                  </a:lnTo>
                  <a:lnTo>
                    <a:pt x="18949" y="139"/>
                  </a:lnTo>
                  <a:lnTo>
                    <a:pt x="17943" y="202"/>
                  </a:lnTo>
                  <a:lnTo>
                    <a:pt x="16925" y="277"/>
                  </a:lnTo>
                  <a:lnTo>
                    <a:pt x="15919" y="365"/>
                  </a:lnTo>
                  <a:lnTo>
                    <a:pt x="14913" y="453"/>
                  </a:lnTo>
                  <a:lnTo>
                    <a:pt x="13894" y="554"/>
                  </a:lnTo>
                  <a:lnTo>
                    <a:pt x="12876" y="667"/>
                  </a:lnTo>
                  <a:lnTo>
                    <a:pt x="11857" y="780"/>
                  </a:lnTo>
                  <a:lnTo>
                    <a:pt x="9808" y="1044"/>
                  </a:lnTo>
                  <a:lnTo>
                    <a:pt x="7721" y="1346"/>
                  </a:lnTo>
                  <a:lnTo>
                    <a:pt x="5432" y="7545"/>
                  </a:lnTo>
                  <a:lnTo>
                    <a:pt x="6262" y="7343"/>
                  </a:lnTo>
                  <a:lnTo>
                    <a:pt x="7180" y="7142"/>
                  </a:lnTo>
                  <a:lnTo>
                    <a:pt x="8173" y="6941"/>
                  </a:lnTo>
                  <a:lnTo>
                    <a:pt x="9229" y="6727"/>
                  </a:lnTo>
                  <a:lnTo>
                    <a:pt x="10323" y="6539"/>
                  </a:lnTo>
                  <a:lnTo>
                    <a:pt x="11455" y="6350"/>
                  </a:lnTo>
                  <a:lnTo>
                    <a:pt x="12612" y="6174"/>
                  </a:lnTo>
                  <a:lnTo>
                    <a:pt x="13781" y="6023"/>
                  </a:lnTo>
                  <a:lnTo>
                    <a:pt x="14950" y="5897"/>
                  </a:lnTo>
                  <a:lnTo>
                    <a:pt x="16120" y="5784"/>
                  </a:lnTo>
                  <a:lnTo>
                    <a:pt x="16698" y="5747"/>
                  </a:lnTo>
                  <a:lnTo>
                    <a:pt x="17264" y="5709"/>
                  </a:lnTo>
                  <a:lnTo>
                    <a:pt x="17817" y="5684"/>
                  </a:lnTo>
                  <a:lnTo>
                    <a:pt x="18370" y="5671"/>
                  </a:lnTo>
                  <a:lnTo>
                    <a:pt x="19439" y="5671"/>
                  </a:lnTo>
                  <a:lnTo>
                    <a:pt x="19955" y="5684"/>
                  </a:lnTo>
                  <a:lnTo>
                    <a:pt x="20458" y="5709"/>
                  </a:lnTo>
                  <a:lnTo>
                    <a:pt x="20936" y="5747"/>
                  </a:lnTo>
                  <a:lnTo>
                    <a:pt x="21401" y="5797"/>
                  </a:lnTo>
                  <a:lnTo>
                    <a:pt x="21841" y="5860"/>
                  </a:lnTo>
                  <a:lnTo>
                    <a:pt x="22268" y="5935"/>
                  </a:lnTo>
                  <a:lnTo>
                    <a:pt x="22558" y="5998"/>
                  </a:lnTo>
                  <a:lnTo>
                    <a:pt x="22822" y="6073"/>
                  </a:lnTo>
                  <a:lnTo>
                    <a:pt x="23048" y="6161"/>
                  </a:lnTo>
                  <a:lnTo>
                    <a:pt x="23262" y="6262"/>
                  </a:lnTo>
                  <a:lnTo>
                    <a:pt x="23438" y="6363"/>
                  </a:lnTo>
                  <a:lnTo>
                    <a:pt x="23601" y="6476"/>
                  </a:lnTo>
                  <a:lnTo>
                    <a:pt x="23739" y="6602"/>
                  </a:lnTo>
                  <a:lnTo>
                    <a:pt x="23853" y="6727"/>
                  </a:lnTo>
                  <a:lnTo>
                    <a:pt x="23941" y="6878"/>
                  </a:lnTo>
                  <a:lnTo>
                    <a:pt x="24016" y="7029"/>
                  </a:lnTo>
                  <a:lnTo>
                    <a:pt x="24066" y="7192"/>
                  </a:lnTo>
                  <a:lnTo>
                    <a:pt x="24092" y="7369"/>
                  </a:lnTo>
                  <a:lnTo>
                    <a:pt x="24104" y="7557"/>
                  </a:lnTo>
                  <a:lnTo>
                    <a:pt x="24104" y="7758"/>
                  </a:lnTo>
                  <a:lnTo>
                    <a:pt x="24092" y="7959"/>
                  </a:lnTo>
                  <a:lnTo>
                    <a:pt x="24054" y="8186"/>
                  </a:lnTo>
                  <a:lnTo>
                    <a:pt x="23991" y="8425"/>
                  </a:lnTo>
                  <a:lnTo>
                    <a:pt x="23966" y="8538"/>
                  </a:lnTo>
                  <a:lnTo>
                    <a:pt x="23916" y="8651"/>
                  </a:lnTo>
                  <a:lnTo>
                    <a:pt x="23865" y="8739"/>
                  </a:lnTo>
                  <a:lnTo>
                    <a:pt x="23815" y="8840"/>
                  </a:lnTo>
                  <a:lnTo>
                    <a:pt x="23739" y="8928"/>
                  </a:lnTo>
                  <a:lnTo>
                    <a:pt x="23677" y="9016"/>
                  </a:lnTo>
                  <a:lnTo>
                    <a:pt x="23589" y="9091"/>
                  </a:lnTo>
                  <a:lnTo>
                    <a:pt x="23501" y="9167"/>
                  </a:lnTo>
                  <a:lnTo>
                    <a:pt x="23400" y="9242"/>
                  </a:lnTo>
                  <a:lnTo>
                    <a:pt x="23287" y="9305"/>
                  </a:lnTo>
                  <a:lnTo>
                    <a:pt x="23035" y="9443"/>
                  </a:lnTo>
                  <a:lnTo>
                    <a:pt x="22746" y="9569"/>
                  </a:lnTo>
                  <a:lnTo>
                    <a:pt x="22482" y="9669"/>
                  </a:lnTo>
                  <a:lnTo>
                    <a:pt x="22168" y="9783"/>
                  </a:lnTo>
                  <a:lnTo>
                    <a:pt x="21778" y="9896"/>
                  </a:lnTo>
                  <a:lnTo>
                    <a:pt x="21313" y="10034"/>
                  </a:lnTo>
                  <a:lnTo>
                    <a:pt x="20785" y="10160"/>
                  </a:lnTo>
                  <a:lnTo>
                    <a:pt x="20181" y="10273"/>
                  </a:lnTo>
                  <a:lnTo>
                    <a:pt x="19854" y="10323"/>
                  </a:lnTo>
                  <a:lnTo>
                    <a:pt x="19515" y="10374"/>
                  </a:lnTo>
                  <a:lnTo>
                    <a:pt x="19150" y="10411"/>
                  </a:lnTo>
                  <a:lnTo>
                    <a:pt x="18773" y="10449"/>
                  </a:lnTo>
                  <a:lnTo>
                    <a:pt x="17314" y="10575"/>
                  </a:lnTo>
                  <a:lnTo>
                    <a:pt x="15944" y="10701"/>
                  </a:lnTo>
                  <a:lnTo>
                    <a:pt x="14674" y="10839"/>
                  </a:lnTo>
                  <a:lnTo>
                    <a:pt x="13479" y="10965"/>
                  </a:lnTo>
                  <a:lnTo>
                    <a:pt x="12385" y="11103"/>
                  </a:lnTo>
                  <a:lnTo>
                    <a:pt x="11367" y="11229"/>
                  </a:lnTo>
                  <a:lnTo>
                    <a:pt x="10436" y="11354"/>
                  </a:lnTo>
                  <a:lnTo>
                    <a:pt x="9581" y="11480"/>
                  </a:lnTo>
                  <a:lnTo>
                    <a:pt x="8814" y="11618"/>
                  </a:lnTo>
                  <a:lnTo>
                    <a:pt x="8098" y="11769"/>
                  </a:lnTo>
                  <a:lnTo>
                    <a:pt x="7444" y="11920"/>
                  </a:lnTo>
                  <a:lnTo>
                    <a:pt x="6828" y="12084"/>
                  </a:lnTo>
                  <a:lnTo>
                    <a:pt x="6249" y="12260"/>
                  </a:lnTo>
                  <a:lnTo>
                    <a:pt x="5709" y="12448"/>
                  </a:lnTo>
                  <a:lnTo>
                    <a:pt x="5193" y="12649"/>
                  </a:lnTo>
                  <a:lnTo>
                    <a:pt x="4715" y="12863"/>
                  </a:lnTo>
                  <a:lnTo>
                    <a:pt x="4250" y="13090"/>
                  </a:lnTo>
                  <a:lnTo>
                    <a:pt x="3798" y="13328"/>
                  </a:lnTo>
                  <a:lnTo>
                    <a:pt x="3357" y="13567"/>
                  </a:lnTo>
                  <a:lnTo>
                    <a:pt x="2943" y="13831"/>
                  </a:lnTo>
                  <a:lnTo>
                    <a:pt x="2729" y="13970"/>
                  </a:lnTo>
                  <a:lnTo>
                    <a:pt x="2540" y="14121"/>
                  </a:lnTo>
                  <a:lnTo>
                    <a:pt x="2339" y="14271"/>
                  </a:lnTo>
                  <a:lnTo>
                    <a:pt x="2150" y="14435"/>
                  </a:lnTo>
                  <a:lnTo>
                    <a:pt x="1974" y="14598"/>
                  </a:lnTo>
                  <a:lnTo>
                    <a:pt x="1798" y="14762"/>
                  </a:lnTo>
                  <a:lnTo>
                    <a:pt x="1635" y="14950"/>
                  </a:lnTo>
                  <a:lnTo>
                    <a:pt x="1471" y="15139"/>
                  </a:lnTo>
                  <a:lnTo>
                    <a:pt x="1321" y="15328"/>
                  </a:lnTo>
                  <a:lnTo>
                    <a:pt x="1170" y="15529"/>
                  </a:lnTo>
                  <a:lnTo>
                    <a:pt x="1031" y="15730"/>
                  </a:lnTo>
                  <a:lnTo>
                    <a:pt x="893" y="15944"/>
                  </a:lnTo>
                  <a:lnTo>
                    <a:pt x="767" y="16170"/>
                  </a:lnTo>
                  <a:lnTo>
                    <a:pt x="642" y="16396"/>
                  </a:lnTo>
                  <a:lnTo>
                    <a:pt x="541" y="16623"/>
                  </a:lnTo>
                  <a:lnTo>
                    <a:pt x="440" y="16849"/>
                  </a:lnTo>
                  <a:lnTo>
                    <a:pt x="340" y="17088"/>
                  </a:lnTo>
                  <a:lnTo>
                    <a:pt x="264" y="17327"/>
                  </a:lnTo>
                  <a:lnTo>
                    <a:pt x="189" y="17553"/>
                  </a:lnTo>
                  <a:lnTo>
                    <a:pt x="126" y="17792"/>
                  </a:lnTo>
                  <a:lnTo>
                    <a:pt x="76" y="18018"/>
                  </a:lnTo>
                  <a:lnTo>
                    <a:pt x="38" y="18245"/>
                  </a:lnTo>
                  <a:lnTo>
                    <a:pt x="13" y="18458"/>
                  </a:lnTo>
                  <a:lnTo>
                    <a:pt x="0" y="18672"/>
                  </a:lnTo>
                  <a:lnTo>
                    <a:pt x="0" y="19024"/>
                  </a:lnTo>
                  <a:lnTo>
                    <a:pt x="13" y="19351"/>
                  </a:lnTo>
                  <a:lnTo>
                    <a:pt x="38" y="19666"/>
                  </a:lnTo>
                  <a:lnTo>
                    <a:pt x="101" y="19955"/>
                  </a:lnTo>
                  <a:lnTo>
                    <a:pt x="176" y="20231"/>
                  </a:lnTo>
                  <a:lnTo>
                    <a:pt x="264" y="20508"/>
                  </a:lnTo>
                  <a:lnTo>
                    <a:pt x="378" y="20759"/>
                  </a:lnTo>
                  <a:lnTo>
                    <a:pt x="503" y="20998"/>
                  </a:lnTo>
                  <a:lnTo>
                    <a:pt x="654" y="21250"/>
                  </a:lnTo>
                  <a:lnTo>
                    <a:pt x="830" y="21476"/>
                  </a:lnTo>
                  <a:lnTo>
                    <a:pt x="1019" y="21715"/>
                  </a:lnTo>
                  <a:lnTo>
                    <a:pt x="1233" y="21954"/>
                  </a:lnTo>
                  <a:lnTo>
                    <a:pt x="1459" y="22193"/>
                  </a:lnTo>
                  <a:lnTo>
                    <a:pt x="1710" y="22432"/>
                  </a:lnTo>
                  <a:lnTo>
                    <a:pt x="2264" y="22947"/>
                  </a:lnTo>
                  <a:lnTo>
                    <a:pt x="2565" y="23186"/>
                  </a:lnTo>
                  <a:lnTo>
                    <a:pt x="2892" y="23412"/>
                  </a:lnTo>
                  <a:lnTo>
                    <a:pt x="3219" y="23614"/>
                  </a:lnTo>
                  <a:lnTo>
                    <a:pt x="3584" y="23802"/>
                  </a:lnTo>
                  <a:lnTo>
                    <a:pt x="3961" y="23966"/>
                  </a:lnTo>
                  <a:lnTo>
                    <a:pt x="4363" y="24104"/>
                  </a:lnTo>
                  <a:lnTo>
                    <a:pt x="4791" y="24230"/>
                  </a:lnTo>
                  <a:lnTo>
                    <a:pt x="5244" y="24343"/>
                  </a:lnTo>
                  <a:lnTo>
                    <a:pt x="5721" y="24431"/>
                  </a:lnTo>
                  <a:lnTo>
                    <a:pt x="6237" y="24506"/>
                  </a:lnTo>
                  <a:lnTo>
                    <a:pt x="6778" y="24582"/>
                  </a:lnTo>
                  <a:lnTo>
                    <a:pt x="7343" y="24632"/>
                  </a:lnTo>
                  <a:lnTo>
                    <a:pt x="7959" y="24670"/>
                  </a:lnTo>
                  <a:lnTo>
                    <a:pt x="8601" y="24695"/>
                  </a:lnTo>
                  <a:lnTo>
                    <a:pt x="9280" y="24708"/>
                  </a:lnTo>
                  <a:lnTo>
                    <a:pt x="9996" y="24708"/>
                  </a:lnTo>
                  <a:lnTo>
                    <a:pt x="10839" y="24695"/>
                  </a:lnTo>
                  <a:lnTo>
                    <a:pt x="11631" y="24670"/>
                  </a:lnTo>
                  <a:lnTo>
                    <a:pt x="12373" y="24620"/>
                  </a:lnTo>
                  <a:lnTo>
                    <a:pt x="13077" y="24544"/>
                  </a:lnTo>
                  <a:lnTo>
                    <a:pt x="13769" y="24443"/>
                  </a:lnTo>
                  <a:lnTo>
                    <a:pt x="14448" y="24318"/>
                  </a:lnTo>
                  <a:lnTo>
                    <a:pt x="15139" y="24167"/>
                  </a:lnTo>
                  <a:lnTo>
                    <a:pt x="15843" y="23991"/>
                  </a:lnTo>
                  <a:lnTo>
                    <a:pt x="16572" y="23777"/>
                  </a:lnTo>
                  <a:lnTo>
                    <a:pt x="17327" y="23538"/>
                  </a:lnTo>
                  <a:lnTo>
                    <a:pt x="18069" y="23262"/>
                  </a:lnTo>
                  <a:lnTo>
                    <a:pt x="18823" y="22947"/>
                  </a:lnTo>
                  <a:lnTo>
                    <a:pt x="19578" y="22620"/>
                  </a:lnTo>
                  <a:lnTo>
                    <a:pt x="20307" y="22268"/>
                  </a:lnTo>
                  <a:lnTo>
                    <a:pt x="21011" y="21891"/>
                  </a:lnTo>
                  <a:lnTo>
                    <a:pt x="21363" y="21690"/>
                  </a:lnTo>
                  <a:lnTo>
                    <a:pt x="21703" y="21501"/>
                  </a:lnTo>
                  <a:lnTo>
                    <a:pt x="21791" y="24532"/>
                  </a:lnTo>
                  <a:lnTo>
                    <a:pt x="33962" y="24519"/>
                  </a:lnTo>
                  <a:lnTo>
                    <a:pt x="34037" y="24104"/>
                  </a:lnTo>
                  <a:lnTo>
                    <a:pt x="33861" y="23991"/>
                  </a:lnTo>
                  <a:lnTo>
                    <a:pt x="33698" y="23865"/>
                  </a:lnTo>
                  <a:lnTo>
                    <a:pt x="33547" y="23739"/>
                  </a:lnTo>
                  <a:lnTo>
                    <a:pt x="33409" y="23614"/>
                  </a:lnTo>
                  <a:lnTo>
                    <a:pt x="33283" y="23475"/>
                  </a:lnTo>
                  <a:lnTo>
                    <a:pt x="33182" y="23337"/>
                  </a:lnTo>
                  <a:lnTo>
                    <a:pt x="33082" y="23186"/>
                  </a:lnTo>
                  <a:lnTo>
                    <a:pt x="33006" y="23035"/>
                  </a:lnTo>
                  <a:lnTo>
                    <a:pt x="32943" y="22884"/>
                  </a:lnTo>
                  <a:lnTo>
                    <a:pt x="32881" y="22721"/>
                  </a:lnTo>
                  <a:lnTo>
                    <a:pt x="32843" y="22557"/>
                  </a:lnTo>
                  <a:lnTo>
                    <a:pt x="32818" y="22381"/>
                  </a:lnTo>
                  <a:lnTo>
                    <a:pt x="32805" y="22205"/>
                  </a:lnTo>
                  <a:lnTo>
                    <a:pt x="32805" y="22017"/>
                  </a:lnTo>
                  <a:lnTo>
                    <a:pt x="32818" y="21828"/>
                  </a:lnTo>
                  <a:lnTo>
                    <a:pt x="32843" y="21627"/>
                  </a:lnTo>
                  <a:lnTo>
                    <a:pt x="34955" y="9682"/>
                  </a:lnTo>
                  <a:lnTo>
                    <a:pt x="35182" y="8475"/>
                  </a:lnTo>
                  <a:lnTo>
                    <a:pt x="35345" y="7469"/>
                  </a:lnTo>
                  <a:lnTo>
                    <a:pt x="35420" y="7016"/>
                  </a:lnTo>
                  <a:lnTo>
                    <a:pt x="35471" y="6576"/>
                  </a:lnTo>
                  <a:lnTo>
                    <a:pt x="35508" y="6149"/>
                  </a:lnTo>
                  <a:lnTo>
                    <a:pt x="35534" y="5709"/>
                  </a:lnTo>
                  <a:lnTo>
                    <a:pt x="35534" y="5420"/>
                  </a:lnTo>
                  <a:lnTo>
                    <a:pt x="35508" y="5118"/>
                  </a:lnTo>
                  <a:lnTo>
                    <a:pt x="35483" y="4829"/>
                  </a:lnTo>
                  <a:lnTo>
                    <a:pt x="35420" y="4552"/>
                  </a:lnTo>
                  <a:lnTo>
                    <a:pt x="35345" y="4263"/>
                  </a:lnTo>
                  <a:lnTo>
                    <a:pt x="35257" y="3999"/>
                  </a:lnTo>
                  <a:lnTo>
                    <a:pt x="35144" y="3735"/>
                  </a:lnTo>
                  <a:lnTo>
                    <a:pt x="35006" y="3471"/>
                  </a:lnTo>
                  <a:lnTo>
                    <a:pt x="34842" y="3219"/>
                  </a:lnTo>
                  <a:lnTo>
                    <a:pt x="34666" y="2968"/>
                  </a:lnTo>
                  <a:lnTo>
                    <a:pt x="34465" y="2729"/>
                  </a:lnTo>
                  <a:lnTo>
                    <a:pt x="34239" y="2503"/>
                  </a:lnTo>
                  <a:lnTo>
                    <a:pt x="34000" y="2276"/>
                  </a:lnTo>
                  <a:lnTo>
                    <a:pt x="33723" y="2062"/>
                  </a:lnTo>
                  <a:lnTo>
                    <a:pt x="33434" y="1849"/>
                  </a:lnTo>
                  <a:lnTo>
                    <a:pt x="33107" y="1660"/>
                  </a:lnTo>
                  <a:lnTo>
                    <a:pt x="32755" y="1471"/>
                  </a:lnTo>
                  <a:lnTo>
                    <a:pt x="32390" y="1283"/>
                  </a:lnTo>
                  <a:lnTo>
                    <a:pt x="31988" y="1119"/>
                  </a:lnTo>
                  <a:lnTo>
                    <a:pt x="31560" y="956"/>
                  </a:lnTo>
                  <a:lnTo>
                    <a:pt x="31095" y="818"/>
                  </a:lnTo>
                  <a:lnTo>
                    <a:pt x="30617" y="679"/>
                  </a:lnTo>
                  <a:lnTo>
                    <a:pt x="30102" y="554"/>
                  </a:lnTo>
                  <a:lnTo>
                    <a:pt x="29549" y="440"/>
                  </a:lnTo>
                  <a:lnTo>
                    <a:pt x="28983" y="340"/>
                  </a:lnTo>
                  <a:lnTo>
                    <a:pt x="28379" y="252"/>
                  </a:lnTo>
                  <a:lnTo>
                    <a:pt x="27738" y="176"/>
                  </a:lnTo>
                  <a:lnTo>
                    <a:pt x="27071" y="114"/>
                  </a:lnTo>
                  <a:lnTo>
                    <a:pt x="26367" y="63"/>
                  </a:lnTo>
                  <a:lnTo>
                    <a:pt x="25626" y="26"/>
                  </a:lnTo>
                  <a:lnTo>
                    <a:pt x="24859" y="0"/>
                  </a:lnTo>
                  <a:close/>
                </a:path>
              </a:pathLst>
            </a:custGeom>
            <a:solidFill>
              <a:srgbClr val="013D5B"/>
            </a:solidFill>
            <a:ln>
              <a:noFill/>
            </a:ln>
          </p:spPr>
          <p:txBody>
            <a:bodyPr anchorCtr="0" anchor="ctr" bIns="88875" lIns="88875" spcFirstLastPara="1" rIns="88875" wrap="square" tIns="88875">
              <a:noAutofit/>
            </a:bodyPr>
            <a:lstStyle/>
            <a:p>
              <a:pPr indent="0" lvl="0" marL="0" rtl="0" algn="l">
                <a:spcBef>
                  <a:spcPts val="0"/>
                </a:spcBef>
                <a:spcAft>
                  <a:spcPts val="0"/>
                </a:spcAft>
                <a:buNone/>
              </a:pPr>
              <a:r>
                <a:t/>
              </a:r>
              <a:endParaRPr/>
            </a:p>
          </p:txBody>
        </p:sp>
        <p:sp>
          <p:nvSpPr>
            <p:cNvPr id="47" name="Google Shape;47;p9"/>
            <p:cNvSpPr/>
            <p:nvPr/>
          </p:nvSpPr>
          <p:spPr>
            <a:xfrm>
              <a:off x="238125" y="2632575"/>
              <a:ext cx="983275" cy="853450"/>
            </a:xfrm>
            <a:custGeom>
              <a:rect b="b" l="l" r="r" t="t"/>
              <a:pathLst>
                <a:path extrusionOk="0" h="34138" w="39331">
                  <a:moveTo>
                    <a:pt x="27813" y="0"/>
                  </a:moveTo>
                  <a:lnTo>
                    <a:pt x="27184" y="13"/>
                  </a:lnTo>
                  <a:lnTo>
                    <a:pt x="26568" y="25"/>
                  </a:lnTo>
                  <a:lnTo>
                    <a:pt x="25940" y="63"/>
                  </a:lnTo>
                  <a:lnTo>
                    <a:pt x="25323" y="101"/>
                  </a:lnTo>
                  <a:lnTo>
                    <a:pt x="24707" y="138"/>
                  </a:lnTo>
                  <a:lnTo>
                    <a:pt x="24091" y="201"/>
                  </a:lnTo>
                  <a:lnTo>
                    <a:pt x="23475" y="264"/>
                  </a:lnTo>
                  <a:lnTo>
                    <a:pt x="22859" y="327"/>
                  </a:lnTo>
                  <a:lnTo>
                    <a:pt x="22255" y="415"/>
                  </a:lnTo>
                  <a:lnTo>
                    <a:pt x="21652" y="503"/>
                  </a:lnTo>
                  <a:lnTo>
                    <a:pt x="21048" y="604"/>
                  </a:lnTo>
                  <a:lnTo>
                    <a:pt x="20445" y="704"/>
                  </a:lnTo>
                  <a:lnTo>
                    <a:pt x="19854" y="817"/>
                  </a:lnTo>
                  <a:lnTo>
                    <a:pt x="19263" y="943"/>
                  </a:lnTo>
                  <a:lnTo>
                    <a:pt x="18672" y="1081"/>
                  </a:lnTo>
                  <a:lnTo>
                    <a:pt x="18094" y="1220"/>
                  </a:lnTo>
                  <a:lnTo>
                    <a:pt x="17515" y="1371"/>
                  </a:lnTo>
                  <a:lnTo>
                    <a:pt x="16937" y="1534"/>
                  </a:lnTo>
                  <a:lnTo>
                    <a:pt x="16371" y="1698"/>
                  </a:lnTo>
                  <a:lnTo>
                    <a:pt x="15805" y="1874"/>
                  </a:lnTo>
                  <a:lnTo>
                    <a:pt x="15252" y="2062"/>
                  </a:lnTo>
                  <a:lnTo>
                    <a:pt x="14699" y="2263"/>
                  </a:lnTo>
                  <a:lnTo>
                    <a:pt x="14158" y="2465"/>
                  </a:lnTo>
                  <a:lnTo>
                    <a:pt x="13617" y="2678"/>
                  </a:lnTo>
                  <a:lnTo>
                    <a:pt x="13089" y="2892"/>
                  </a:lnTo>
                  <a:lnTo>
                    <a:pt x="12561" y="3131"/>
                  </a:lnTo>
                  <a:lnTo>
                    <a:pt x="12046" y="3370"/>
                  </a:lnTo>
                  <a:lnTo>
                    <a:pt x="11530" y="3609"/>
                  </a:lnTo>
                  <a:lnTo>
                    <a:pt x="11027" y="3873"/>
                  </a:lnTo>
                  <a:lnTo>
                    <a:pt x="10537" y="4137"/>
                  </a:lnTo>
                  <a:lnTo>
                    <a:pt x="10046" y="4413"/>
                  </a:lnTo>
                  <a:lnTo>
                    <a:pt x="9569" y="4690"/>
                  </a:lnTo>
                  <a:lnTo>
                    <a:pt x="9091" y="4979"/>
                  </a:lnTo>
                  <a:lnTo>
                    <a:pt x="8638" y="5281"/>
                  </a:lnTo>
                  <a:lnTo>
                    <a:pt x="8185" y="5595"/>
                  </a:lnTo>
                  <a:lnTo>
                    <a:pt x="7745" y="5910"/>
                  </a:lnTo>
                  <a:lnTo>
                    <a:pt x="7305" y="6249"/>
                  </a:lnTo>
                  <a:lnTo>
                    <a:pt x="6878" y="6576"/>
                  </a:lnTo>
                  <a:lnTo>
                    <a:pt x="6475" y="6928"/>
                  </a:lnTo>
                  <a:lnTo>
                    <a:pt x="6073" y="7280"/>
                  </a:lnTo>
                  <a:lnTo>
                    <a:pt x="5671" y="7645"/>
                  </a:lnTo>
                  <a:lnTo>
                    <a:pt x="5294" y="8022"/>
                  </a:lnTo>
                  <a:lnTo>
                    <a:pt x="4916" y="8399"/>
                  </a:lnTo>
                  <a:lnTo>
                    <a:pt x="4564" y="8789"/>
                  </a:lnTo>
                  <a:lnTo>
                    <a:pt x="4212" y="9191"/>
                  </a:lnTo>
                  <a:lnTo>
                    <a:pt x="3873" y="9594"/>
                  </a:lnTo>
                  <a:lnTo>
                    <a:pt x="3558" y="10021"/>
                  </a:lnTo>
                  <a:lnTo>
                    <a:pt x="3244" y="10449"/>
                  </a:lnTo>
                  <a:lnTo>
                    <a:pt x="2942" y="10876"/>
                  </a:lnTo>
                  <a:lnTo>
                    <a:pt x="2653" y="11329"/>
                  </a:lnTo>
                  <a:lnTo>
                    <a:pt x="2376" y="11782"/>
                  </a:lnTo>
                  <a:lnTo>
                    <a:pt x="2125" y="12247"/>
                  </a:lnTo>
                  <a:lnTo>
                    <a:pt x="1873" y="12712"/>
                  </a:lnTo>
                  <a:lnTo>
                    <a:pt x="1647" y="13190"/>
                  </a:lnTo>
                  <a:lnTo>
                    <a:pt x="1421" y="13680"/>
                  </a:lnTo>
                  <a:lnTo>
                    <a:pt x="1220" y="14183"/>
                  </a:lnTo>
                  <a:lnTo>
                    <a:pt x="1031" y="14699"/>
                  </a:lnTo>
                  <a:lnTo>
                    <a:pt x="855" y="15214"/>
                  </a:lnTo>
                  <a:lnTo>
                    <a:pt x="692" y="15742"/>
                  </a:lnTo>
                  <a:lnTo>
                    <a:pt x="541" y="16270"/>
                  </a:lnTo>
                  <a:lnTo>
                    <a:pt x="415" y="16824"/>
                  </a:lnTo>
                  <a:lnTo>
                    <a:pt x="302" y="17377"/>
                  </a:lnTo>
                  <a:lnTo>
                    <a:pt x="201" y="17930"/>
                  </a:lnTo>
                  <a:lnTo>
                    <a:pt x="113" y="18508"/>
                  </a:lnTo>
                  <a:lnTo>
                    <a:pt x="50" y="19087"/>
                  </a:lnTo>
                  <a:lnTo>
                    <a:pt x="13" y="19653"/>
                  </a:lnTo>
                  <a:lnTo>
                    <a:pt x="0" y="20206"/>
                  </a:lnTo>
                  <a:lnTo>
                    <a:pt x="13" y="20747"/>
                  </a:lnTo>
                  <a:lnTo>
                    <a:pt x="38" y="21275"/>
                  </a:lnTo>
                  <a:lnTo>
                    <a:pt x="88" y="21790"/>
                  </a:lnTo>
                  <a:lnTo>
                    <a:pt x="163" y="22281"/>
                  </a:lnTo>
                  <a:lnTo>
                    <a:pt x="251" y="22771"/>
                  </a:lnTo>
                  <a:lnTo>
                    <a:pt x="365" y="23249"/>
                  </a:lnTo>
                  <a:lnTo>
                    <a:pt x="503" y="23714"/>
                  </a:lnTo>
                  <a:lnTo>
                    <a:pt x="654" y="24167"/>
                  </a:lnTo>
                  <a:lnTo>
                    <a:pt x="830" y="24594"/>
                  </a:lnTo>
                  <a:lnTo>
                    <a:pt x="1018" y="25022"/>
                  </a:lnTo>
                  <a:lnTo>
                    <a:pt x="1220" y="25437"/>
                  </a:lnTo>
                  <a:lnTo>
                    <a:pt x="1446" y="25839"/>
                  </a:lnTo>
                  <a:lnTo>
                    <a:pt x="1685" y="26229"/>
                  </a:lnTo>
                  <a:lnTo>
                    <a:pt x="1936" y="26606"/>
                  </a:lnTo>
                  <a:lnTo>
                    <a:pt x="2200" y="26983"/>
                  </a:lnTo>
                  <a:lnTo>
                    <a:pt x="2490" y="27335"/>
                  </a:lnTo>
                  <a:lnTo>
                    <a:pt x="2779" y="27687"/>
                  </a:lnTo>
                  <a:lnTo>
                    <a:pt x="3093" y="28014"/>
                  </a:lnTo>
                  <a:lnTo>
                    <a:pt x="3407" y="28341"/>
                  </a:lnTo>
                  <a:lnTo>
                    <a:pt x="3747" y="28655"/>
                  </a:lnTo>
                  <a:lnTo>
                    <a:pt x="4086" y="28957"/>
                  </a:lnTo>
                  <a:lnTo>
                    <a:pt x="4451" y="29246"/>
                  </a:lnTo>
                  <a:lnTo>
                    <a:pt x="4816" y="29536"/>
                  </a:lnTo>
                  <a:lnTo>
                    <a:pt x="5193" y="29812"/>
                  </a:lnTo>
                  <a:lnTo>
                    <a:pt x="5570" y="30064"/>
                  </a:lnTo>
                  <a:lnTo>
                    <a:pt x="5973" y="30328"/>
                  </a:lnTo>
                  <a:lnTo>
                    <a:pt x="6375" y="30567"/>
                  </a:lnTo>
                  <a:lnTo>
                    <a:pt x="6777" y="30805"/>
                  </a:lnTo>
                  <a:lnTo>
                    <a:pt x="7192" y="31019"/>
                  </a:lnTo>
                  <a:lnTo>
                    <a:pt x="7620" y="31246"/>
                  </a:lnTo>
                  <a:lnTo>
                    <a:pt x="8047" y="31447"/>
                  </a:lnTo>
                  <a:lnTo>
                    <a:pt x="8475" y="31648"/>
                  </a:lnTo>
                  <a:lnTo>
                    <a:pt x="8915" y="31836"/>
                  </a:lnTo>
                  <a:lnTo>
                    <a:pt x="9355" y="32013"/>
                  </a:lnTo>
                  <a:lnTo>
                    <a:pt x="9795" y="32189"/>
                  </a:lnTo>
                  <a:lnTo>
                    <a:pt x="10248" y="32352"/>
                  </a:lnTo>
                  <a:lnTo>
                    <a:pt x="10688" y="32503"/>
                  </a:lnTo>
                  <a:lnTo>
                    <a:pt x="11140" y="32654"/>
                  </a:lnTo>
                  <a:lnTo>
                    <a:pt x="11593" y="32792"/>
                  </a:lnTo>
                  <a:lnTo>
                    <a:pt x="12498" y="33044"/>
                  </a:lnTo>
                  <a:lnTo>
                    <a:pt x="13391" y="33270"/>
                  </a:lnTo>
                  <a:lnTo>
                    <a:pt x="14284" y="33471"/>
                  </a:lnTo>
                  <a:lnTo>
                    <a:pt x="15164" y="33635"/>
                  </a:lnTo>
                  <a:lnTo>
                    <a:pt x="16019" y="33773"/>
                  </a:lnTo>
                  <a:lnTo>
                    <a:pt x="16861" y="33899"/>
                  </a:lnTo>
                  <a:lnTo>
                    <a:pt x="17679" y="33987"/>
                  </a:lnTo>
                  <a:lnTo>
                    <a:pt x="18458" y="34049"/>
                  </a:lnTo>
                  <a:lnTo>
                    <a:pt x="19200" y="34100"/>
                  </a:lnTo>
                  <a:lnTo>
                    <a:pt x="19904" y="34125"/>
                  </a:lnTo>
                  <a:lnTo>
                    <a:pt x="20571" y="34137"/>
                  </a:lnTo>
                  <a:lnTo>
                    <a:pt x="22042" y="34125"/>
                  </a:lnTo>
                  <a:lnTo>
                    <a:pt x="23525" y="34100"/>
                  </a:lnTo>
                  <a:lnTo>
                    <a:pt x="25022" y="34049"/>
                  </a:lnTo>
                  <a:lnTo>
                    <a:pt x="26505" y="33999"/>
                  </a:lnTo>
                  <a:lnTo>
                    <a:pt x="27989" y="33924"/>
                  </a:lnTo>
                  <a:lnTo>
                    <a:pt x="29460" y="33823"/>
                  </a:lnTo>
                  <a:lnTo>
                    <a:pt x="30919" y="33710"/>
                  </a:lnTo>
                  <a:lnTo>
                    <a:pt x="32352" y="33572"/>
                  </a:lnTo>
                  <a:lnTo>
                    <a:pt x="33899" y="25034"/>
                  </a:lnTo>
                  <a:lnTo>
                    <a:pt x="32553" y="25298"/>
                  </a:lnTo>
                  <a:lnTo>
                    <a:pt x="31321" y="25512"/>
                  </a:lnTo>
                  <a:lnTo>
                    <a:pt x="30164" y="25688"/>
                  </a:lnTo>
                  <a:lnTo>
                    <a:pt x="29599" y="25776"/>
                  </a:lnTo>
                  <a:lnTo>
                    <a:pt x="29045" y="25839"/>
                  </a:lnTo>
                  <a:lnTo>
                    <a:pt x="28492" y="25889"/>
                  </a:lnTo>
                  <a:lnTo>
                    <a:pt x="27939" y="25939"/>
                  </a:lnTo>
                  <a:lnTo>
                    <a:pt x="27360" y="25990"/>
                  </a:lnTo>
                  <a:lnTo>
                    <a:pt x="26782" y="26015"/>
                  </a:lnTo>
                  <a:lnTo>
                    <a:pt x="26178" y="26040"/>
                  </a:lnTo>
                  <a:lnTo>
                    <a:pt x="25562" y="26065"/>
                  </a:lnTo>
                  <a:lnTo>
                    <a:pt x="24217" y="26078"/>
                  </a:lnTo>
                  <a:lnTo>
                    <a:pt x="23701" y="26065"/>
                  </a:lnTo>
                  <a:lnTo>
                    <a:pt x="23198" y="26040"/>
                  </a:lnTo>
                  <a:lnTo>
                    <a:pt x="22696" y="26002"/>
                  </a:lnTo>
                  <a:lnTo>
                    <a:pt x="22193" y="25952"/>
                  </a:lnTo>
                  <a:lnTo>
                    <a:pt x="21715" y="25877"/>
                  </a:lnTo>
                  <a:lnTo>
                    <a:pt x="21237" y="25789"/>
                  </a:lnTo>
                  <a:lnTo>
                    <a:pt x="20772" y="25688"/>
                  </a:lnTo>
                  <a:lnTo>
                    <a:pt x="20319" y="25562"/>
                  </a:lnTo>
                  <a:lnTo>
                    <a:pt x="19879" y="25424"/>
                  </a:lnTo>
                  <a:lnTo>
                    <a:pt x="19439" y="25286"/>
                  </a:lnTo>
                  <a:lnTo>
                    <a:pt x="19024" y="25110"/>
                  </a:lnTo>
                  <a:lnTo>
                    <a:pt x="18622" y="24934"/>
                  </a:lnTo>
                  <a:lnTo>
                    <a:pt x="18244" y="24732"/>
                  </a:lnTo>
                  <a:lnTo>
                    <a:pt x="17867" y="24531"/>
                  </a:lnTo>
                  <a:lnTo>
                    <a:pt x="17515" y="24305"/>
                  </a:lnTo>
                  <a:lnTo>
                    <a:pt x="17163" y="24053"/>
                  </a:lnTo>
                  <a:lnTo>
                    <a:pt x="16849" y="23802"/>
                  </a:lnTo>
                  <a:lnTo>
                    <a:pt x="16534" y="23538"/>
                  </a:lnTo>
                  <a:lnTo>
                    <a:pt x="16245" y="23249"/>
                  </a:lnTo>
                  <a:lnTo>
                    <a:pt x="15981" y="22947"/>
                  </a:lnTo>
                  <a:lnTo>
                    <a:pt x="15730" y="22633"/>
                  </a:lnTo>
                  <a:lnTo>
                    <a:pt x="15503" y="22306"/>
                  </a:lnTo>
                  <a:lnTo>
                    <a:pt x="15302" y="21966"/>
                  </a:lnTo>
                  <a:lnTo>
                    <a:pt x="15114" y="21602"/>
                  </a:lnTo>
                  <a:lnTo>
                    <a:pt x="14950" y="21237"/>
                  </a:lnTo>
                  <a:lnTo>
                    <a:pt x="14799" y="20847"/>
                  </a:lnTo>
                  <a:lnTo>
                    <a:pt x="14686" y="20445"/>
                  </a:lnTo>
                  <a:lnTo>
                    <a:pt x="14598" y="20030"/>
                  </a:lnTo>
                  <a:lnTo>
                    <a:pt x="14523" y="19602"/>
                  </a:lnTo>
                  <a:lnTo>
                    <a:pt x="14485" y="19162"/>
                  </a:lnTo>
                  <a:lnTo>
                    <a:pt x="14460" y="18710"/>
                  </a:lnTo>
                  <a:lnTo>
                    <a:pt x="14472" y="18244"/>
                  </a:lnTo>
                  <a:lnTo>
                    <a:pt x="14497" y="17917"/>
                  </a:lnTo>
                  <a:lnTo>
                    <a:pt x="14548" y="17565"/>
                  </a:lnTo>
                  <a:lnTo>
                    <a:pt x="14623" y="17201"/>
                  </a:lnTo>
                  <a:lnTo>
                    <a:pt x="14724" y="16824"/>
                  </a:lnTo>
                  <a:lnTo>
                    <a:pt x="14837" y="16434"/>
                  </a:lnTo>
                  <a:lnTo>
                    <a:pt x="14988" y="16019"/>
                  </a:lnTo>
                  <a:lnTo>
                    <a:pt x="15151" y="15604"/>
                  </a:lnTo>
                  <a:lnTo>
                    <a:pt x="15352" y="15176"/>
                  </a:lnTo>
                  <a:lnTo>
                    <a:pt x="15579" y="14749"/>
                  </a:lnTo>
                  <a:lnTo>
                    <a:pt x="15818" y="14309"/>
                  </a:lnTo>
                  <a:lnTo>
                    <a:pt x="16094" y="13881"/>
                  </a:lnTo>
                  <a:lnTo>
                    <a:pt x="16396" y="13441"/>
                  </a:lnTo>
                  <a:lnTo>
                    <a:pt x="16736" y="13001"/>
                  </a:lnTo>
                  <a:lnTo>
                    <a:pt x="17088" y="12574"/>
                  </a:lnTo>
                  <a:lnTo>
                    <a:pt x="17477" y="12146"/>
                  </a:lnTo>
                  <a:lnTo>
                    <a:pt x="17892" y="11731"/>
                  </a:lnTo>
                  <a:lnTo>
                    <a:pt x="18332" y="11316"/>
                  </a:lnTo>
                  <a:lnTo>
                    <a:pt x="18810" y="10927"/>
                  </a:lnTo>
                  <a:lnTo>
                    <a:pt x="19062" y="10725"/>
                  </a:lnTo>
                  <a:lnTo>
                    <a:pt x="19313" y="10537"/>
                  </a:lnTo>
                  <a:lnTo>
                    <a:pt x="19577" y="10361"/>
                  </a:lnTo>
                  <a:lnTo>
                    <a:pt x="19841" y="10172"/>
                  </a:lnTo>
                  <a:lnTo>
                    <a:pt x="20131" y="9996"/>
                  </a:lnTo>
                  <a:lnTo>
                    <a:pt x="20407" y="9833"/>
                  </a:lnTo>
                  <a:lnTo>
                    <a:pt x="20709" y="9657"/>
                  </a:lnTo>
                  <a:lnTo>
                    <a:pt x="21011" y="9493"/>
                  </a:lnTo>
                  <a:lnTo>
                    <a:pt x="21325" y="9342"/>
                  </a:lnTo>
                  <a:lnTo>
                    <a:pt x="21639" y="9191"/>
                  </a:lnTo>
                  <a:lnTo>
                    <a:pt x="21966" y="9053"/>
                  </a:lnTo>
                  <a:lnTo>
                    <a:pt x="22293" y="8915"/>
                  </a:lnTo>
                  <a:lnTo>
                    <a:pt x="22645" y="8776"/>
                  </a:lnTo>
                  <a:lnTo>
                    <a:pt x="22997" y="8651"/>
                  </a:lnTo>
                  <a:lnTo>
                    <a:pt x="23349" y="8538"/>
                  </a:lnTo>
                  <a:lnTo>
                    <a:pt x="23714" y="8424"/>
                  </a:lnTo>
                  <a:lnTo>
                    <a:pt x="24091" y="8324"/>
                  </a:lnTo>
                  <a:lnTo>
                    <a:pt x="24481" y="8223"/>
                  </a:lnTo>
                  <a:lnTo>
                    <a:pt x="24871" y="8135"/>
                  </a:lnTo>
                  <a:lnTo>
                    <a:pt x="25273" y="8060"/>
                  </a:lnTo>
                  <a:lnTo>
                    <a:pt x="25688" y="7984"/>
                  </a:lnTo>
                  <a:lnTo>
                    <a:pt x="26103" y="7921"/>
                  </a:lnTo>
                  <a:lnTo>
                    <a:pt x="26531" y="7871"/>
                  </a:lnTo>
                  <a:lnTo>
                    <a:pt x="26971" y="7821"/>
                  </a:lnTo>
                  <a:lnTo>
                    <a:pt x="27411" y="7796"/>
                  </a:lnTo>
                  <a:lnTo>
                    <a:pt x="27863" y="7771"/>
                  </a:lnTo>
                  <a:lnTo>
                    <a:pt x="28329" y="7745"/>
                  </a:lnTo>
                  <a:lnTo>
                    <a:pt x="29397" y="7745"/>
                  </a:lnTo>
                  <a:lnTo>
                    <a:pt x="29976" y="7771"/>
                  </a:lnTo>
                  <a:lnTo>
                    <a:pt x="30542" y="7808"/>
                  </a:lnTo>
                  <a:lnTo>
                    <a:pt x="31095" y="7859"/>
                  </a:lnTo>
                  <a:lnTo>
                    <a:pt x="31635" y="7934"/>
                  </a:lnTo>
                  <a:lnTo>
                    <a:pt x="32189" y="8022"/>
                  </a:lnTo>
                  <a:lnTo>
                    <a:pt x="32729" y="8135"/>
                  </a:lnTo>
                  <a:lnTo>
                    <a:pt x="33270" y="8261"/>
                  </a:lnTo>
                  <a:lnTo>
                    <a:pt x="33811" y="8424"/>
                  </a:lnTo>
                  <a:lnTo>
                    <a:pt x="34364" y="8600"/>
                  </a:lnTo>
                  <a:lnTo>
                    <a:pt x="34917" y="8802"/>
                  </a:lnTo>
                  <a:lnTo>
                    <a:pt x="35470" y="9028"/>
                  </a:lnTo>
                  <a:lnTo>
                    <a:pt x="36049" y="9292"/>
                  </a:lnTo>
                  <a:lnTo>
                    <a:pt x="36640" y="9569"/>
                  </a:lnTo>
                  <a:lnTo>
                    <a:pt x="37243" y="9883"/>
                  </a:lnTo>
                  <a:lnTo>
                    <a:pt x="37859" y="10222"/>
                  </a:lnTo>
                  <a:lnTo>
                    <a:pt x="39331" y="1949"/>
                  </a:lnTo>
                  <a:lnTo>
                    <a:pt x="38501" y="1635"/>
                  </a:lnTo>
                  <a:lnTo>
                    <a:pt x="37683" y="1358"/>
                  </a:lnTo>
                  <a:lnTo>
                    <a:pt x="36916" y="1119"/>
                  </a:lnTo>
                  <a:lnTo>
                    <a:pt x="36162" y="905"/>
                  </a:lnTo>
                  <a:lnTo>
                    <a:pt x="35433" y="717"/>
                  </a:lnTo>
                  <a:lnTo>
                    <a:pt x="34716" y="553"/>
                  </a:lnTo>
                  <a:lnTo>
                    <a:pt x="34024" y="428"/>
                  </a:lnTo>
                  <a:lnTo>
                    <a:pt x="33333" y="314"/>
                  </a:lnTo>
                  <a:lnTo>
                    <a:pt x="32654" y="214"/>
                  </a:lnTo>
                  <a:lnTo>
                    <a:pt x="31975" y="138"/>
                  </a:lnTo>
                  <a:lnTo>
                    <a:pt x="31309" y="88"/>
                  </a:lnTo>
                  <a:lnTo>
                    <a:pt x="30630" y="38"/>
                  </a:lnTo>
                  <a:lnTo>
                    <a:pt x="29938" y="13"/>
                  </a:lnTo>
                  <a:lnTo>
                    <a:pt x="29246" y="0"/>
                  </a:lnTo>
                  <a:close/>
                </a:path>
              </a:pathLst>
            </a:custGeom>
            <a:solidFill>
              <a:srgbClr val="013D5B"/>
            </a:solidFill>
            <a:ln>
              <a:noFill/>
            </a:ln>
          </p:spPr>
          <p:txBody>
            <a:bodyPr anchorCtr="0" anchor="ctr" bIns="88875" lIns="88875" spcFirstLastPara="1" rIns="88875" wrap="square" tIns="88875">
              <a:noAutofit/>
            </a:bodyPr>
            <a:lstStyle/>
            <a:p>
              <a:pPr indent="0" lvl="0" marL="0" rtl="0" algn="l">
                <a:spcBef>
                  <a:spcPts val="0"/>
                </a:spcBef>
                <a:spcAft>
                  <a:spcPts val="0"/>
                </a:spcAft>
                <a:buNone/>
              </a:pPr>
              <a:r>
                <a:t/>
              </a:r>
              <a:endParaRPr/>
            </a:p>
          </p:txBody>
        </p:sp>
        <p:sp>
          <p:nvSpPr>
            <p:cNvPr id="48" name="Google Shape;48;p9"/>
            <p:cNvSpPr/>
            <p:nvPr/>
          </p:nvSpPr>
          <p:spPr>
            <a:xfrm>
              <a:off x="3317425" y="2685375"/>
              <a:ext cx="578725" cy="786825"/>
            </a:xfrm>
            <a:custGeom>
              <a:rect b="b" l="l" r="r" t="t"/>
              <a:pathLst>
                <a:path extrusionOk="0" h="31473" w="23149">
                  <a:moveTo>
                    <a:pt x="18483" y="0"/>
                  </a:moveTo>
                  <a:lnTo>
                    <a:pt x="6287" y="2653"/>
                  </a:lnTo>
                  <a:lnTo>
                    <a:pt x="5457" y="7507"/>
                  </a:lnTo>
                  <a:lnTo>
                    <a:pt x="905" y="7507"/>
                  </a:lnTo>
                  <a:lnTo>
                    <a:pt x="0" y="12348"/>
                  </a:lnTo>
                  <a:lnTo>
                    <a:pt x="4439" y="12348"/>
                  </a:lnTo>
                  <a:lnTo>
                    <a:pt x="930" y="31472"/>
                  </a:lnTo>
                  <a:lnTo>
                    <a:pt x="1069" y="31460"/>
                  </a:lnTo>
                  <a:lnTo>
                    <a:pt x="1446" y="31447"/>
                  </a:lnTo>
                  <a:lnTo>
                    <a:pt x="6840" y="31447"/>
                  </a:lnTo>
                  <a:lnTo>
                    <a:pt x="12712" y="31472"/>
                  </a:lnTo>
                  <a:lnTo>
                    <a:pt x="16233" y="12297"/>
                  </a:lnTo>
                  <a:lnTo>
                    <a:pt x="22017" y="12310"/>
                  </a:lnTo>
                  <a:lnTo>
                    <a:pt x="23148" y="7507"/>
                  </a:lnTo>
                  <a:lnTo>
                    <a:pt x="17188" y="7507"/>
                  </a:lnTo>
                  <a:lnTo>
                    <a:pt x="18483" y="0"/>
                  </a:lnTo>
                  <a:close/>
                </a:path>
              </a:pathLst>
            </a:custGeom>
            <a:solidFill>
              <a:srgbClr val="013D5B"/>
            </a:solidFill>
            <a:ln>
              <a:noFill/>
            </a:ln>
          </p:spPr>
          <p:txBody>
            <a:bodyPr anchorCtr="0" anchor="ctr" bIns="88875" lIns="88875" spcFirstLastPara="1" rIns="88875" wrap="square" tIns="88875">
              <a:noAutofit/>
            </a:bodyPr>
            <a:lstStyle/>
            <a:p>
              <a:pPr indent="0" lvl="0" marL="0" rtl="0" algn="l">
                <a:spcBef>
                  <a:spcPts val="0"/>
                </a:spcBef>
                <a:spcAft>
                  <a:spcPts val="0"/>
                </a:spcAft>
                <a:buNone/>
              </a:pPr>
              <a:r>
                <a:t/>
              </a:r>
              <a:endParaRPr/>
            </a:p>
          </p:txBody>
        </p:sp>
        <p:sp>
          <p:nvSpPr>
            <p:cNvPr id="49" name="Google Shape;49;p9"/>
            <p:cNvSpPr/>
            <p:nvPr/>
          </p:nvSpPr>
          <p:spPr>
            <a:xfrm>
              <a:off x="4641100" y="2641050"/>
              <a:ext cx="438550" cy="831775"/>
            </a:xfrm>
            <a:custGeom>
              <a:rect b="b" l="l" r="r" t="t"/>
              <a:pathLst>
                <a:path extrusionOk="0" h="33271" w="17542">
                  <a:moveTo>
                    <a:pt x="5973" y="1"/>
                  </a:moveTo>
                  <a:lnTo>
                    <a:pt x="1" y="33270"/>
                  </a:lnTo>
                  <a:lnTo>
                    <a:pt x="11870" y="33245"/>
                  </a:lnTo>
                  <a:lnTo>
                    <a:pt x="17541" y="327"/>
                  </a:lnTo>
                  <a:lnTo>
                    <a:pt x="5973" y="1"/>
                  </a:lnTo>
                  <a:close/>
                </a:path>
              </a:pathLst>
            </a:custGeom>
            <a:solidFill>
              <a:srgbClr val="013D5B"/>
            </a:solidFill>
            <a:ln>
              <a:noFill/>
            </a:ln>
          </p:spPr>
          <p:txBody>
            <a:bodyPr anchorCtr="0" anchor="ctr" bIns="88875" lIns="88875" spcFirstLastPara="1" rIns="88875" wrap="square" tIns="88875">
              <a:noAutofit/>
            </a:bodyPr>
            <a:lstStyle/>
            <a:p>
              <a:pPr indent="0" lvl="0" marL="0" rtl="0" algn="l">
                <a:spcBef>
                  <a:spcPts val="0"/>
                </a:spcBef>
                <a:spcAft>
                  <a:spcPts val="0"/>
                </a:spcAft>
                <a:buNone/>
              </a:pPr>
              <a:r>
                <a:t/>
              </a:r>
              <a:endParaRPr/>
            </a:p>
          </p:txBody>
        </p:sp>
        <p:sp>
          <p:nvSpPr>
            <p:cNvPr id="50" name="Google Shape;50;p9"/>
            <p:cNvSpPr/>
            <p:nvPr/>
          </p:nvSpPr>
          <p:spPr>
            <a:xfrm>
              <a:off x="1980200" y="2870525"/>
              <a:ext cx="929225" cy="807875"/>
            </a:xfrm>
            <a:custGeom>
              <a:rect b="b" l="l" r="r" t="t"/>
              <a:pathLst>
                <a:path extrusionOk="0" h="32315" w="37169">
                  <a:moveTo>
                    <a:pt x="21502" y="5834"/>
                  </a:moveTo>
                  <a:lnTo>
                    <a:pt x="21778" y="5847"/>
                  </a:lnTo>
                  <a:lnTo>
                    <a:pt x="22042" y="5885"/>
                  </a:lnTo>
                  <a:lnTo>
                    <a:pt x="22294" y="5922"/>
                  </a:lnTo>
                  <a:lnTo>
                    <a:pt x="22545" y="5973"/>
                  </a:lnTo>
                  <a:lnTo>
                    <a:pt x="22784" y="6036"/>
                  </a:lnTo>
                  <a:lnTo>
                    <a:pt x="23010" y="6099"/>
                  </a:lnTo>
                  <a:lnTo>
                    <a:pt x="23237" y="6187"/>
                  </a:lnTo>
                  <a:lnTo>
                    <a:pt x="23463" y="6275"/>
                  </a:lnTo>
                  <a:lnTo>
                    <a:pt x="23664" y="6388"/>
                  </a:lnTo>
                  <a:lnTo>
                    <a:pt x="23865" y="6501"/>
                  </a:lnTo>
                  <a:lnTo>
                    <a:pt x="24067" y="6627"/>
                  </a:lnTo>
                  <a:lnTo>
                    <a:pt x="24243" y="6765"/>
                  </a:lnTo>
                  <a:lnTo>
                    <a:pt x="24431" y="6916"/>
                  </a:lnTo>
                  <a:lnTo>
                    <a:pt x="24595" y="7079"/>
                  </a:lnTo>
                  <a:lnTo>
                    <a:pt x="24758" y="7255"/>
                  </a:lnTo>
                  <a:lnTo>
                    <a:pt x="24922" y="7431"/>
                  </a:lnTo>
                  <a:lnTo>
                    <a:pt x="25060" y="7632"/>
                  </a:lnTo>
                  <a:lnTo>
                    <a:pt x="25186" y="7834"/>
                  </a:lnTo>
                  <a:lnTo>
                    <a:pt x="25299" y="8047"/>
                  </a:lnTo>
                  <a:lnTo>
                    <a:pt x="25399" y="8274"/>
                  </a:lnTo>
                  <a:lnTo>
                    <a:pt x="25487" y="8500"/>
                  </a:lnTo>
                  <a:lnTo>
                    <a:pt x="25563" y="8752"/>
                  </a:lnTo>
                  <a:lnTo>
                    <a:pt x="25626" y="9016"/>
                  </a:lnTo>
                  <a:lnTo>
                    <a:pt x="25663" y="9280"/>
                  </a:lnTo>
                  <a:lnTo>
                    <a:pt x="25701" y="9556"/>
                  </a:lnTo>
                  <a:lnTo>
                    <a:pt x="25714" y="9858"/>
                  </a:lnTo>
                  <a:lnTo>
                    <a:pt x="25714" y="10160"/>
                  </a:lnTo>
                  <a:lnTo>
                    <a:pt x="25701" y="10474"/>
                  </a:lnTo>
                  <a:lnTo>
                    <a:pt x="25676" y="10801"/>
                  </a:lnTo>
                  <a:lnTo>
                    <a:pt x="25638" y="11128"/>
                  </a:lnTo>
                  <a:lnTo>
                    <a:pt x="25575" y="11480"/>
                  </a:lnTo>
                  <a:lnTo>
                    <a:pt x="25487" y="11920"/>
                  </a:lnTo>
                  <a:lnTo>
                    <a:pt x="25374" y="12348"/>
                  </a:lnTo>
                  <a:lnTo>
                    <a:pt x="25248" y="12750"/>
                  </a:lnTo>
                  <a:lnTo>
                    <a:pt x="25098" y="13152"/>
                  </a:lnTo>
                  <a:lnTo>
                    <a:pt x="24934" y="13542"/>
                  </a:lnTo>
                  <a:lnTo>
                    <a:pt x="24746" y="13907"/>
                  </a:lnTo>
                  <a:lnTo>
                    <a:pt x="24532" y="14271"/>
                  </a:lnTo>
                  <a:lnTo>
                    <a:pt x="24293" y="14623"/>
                  </a:lnTo>
                  <a:lnTo>
                    <a:pt x="24067" y="14938"/>
                  </a:lnTo>
                  <a:lnTo>
                    <a:pt x="23828" y="15227"/>
                  </a:lnTo>
                  <a:lnTo>
                    <a:pt x="23576" y="15491"/>
                  </a:lnTo>
                  <a:lnTo>
                    <a:pt x="23312" y="15742"/>
                  </a:lnTo>
                  <a:lnTo>
                    <a:pt x="23023" y="15969"/>
                  </a:lnTo>
                  <a:lnTo>
                    <a:pt x="22709" y="16183"/>
                  </a:lnTo>
                  <a:lnTo>
                    <a:pt x="22382" y="16384"/>
                  </a:lnTo>
                  <a:lnTo>
                    <a:pt x="22017" y="16585"/>
                  </a:lnTo>
                  <a:lnTo>
                    <a:pt x="21703" y="16723"/>
                  </a:lnTo>
                  <a:lnTo>
                    <a:pt x="21363" y="16849"/>
                  </a:lnTo>
                  <a:lnTo>
                    <a:pt x="20999" y="16950"/>
                  </a:lnTo>
                  <a:lnTo>
                    <a:pt x="20634" y="17038"/>
                  </a:lnTo>
                  <a:lnTo>
                    <a:pt x="20244" y="17100"/>
                  </a:lnTo>
                  <a:lnTo>
                    <a:pt x="19842" y="17138"/>
                  </a:lnTo>
                  <a:lnTo>
                    <a:pt x="19452" y="17163"/>
                  </a:lnTo>
                  <a:lnTo>
                    <a:pt x="19050" y="17176"/>
                  </a:lnTo>
                  <a:lnTo>
                    <a:pt x="18760" y="17176"/>
                  </a:lnTo>
                  <a:lnTo>
                    <a:pt x="18484" y="17151"/>
                  </a:lnTo>
                  <a:lnTo>
                    <a:pt x="18207" y="17126"/>
                  </a:lnTo>
                  <a:lnTo>
                    <a:pt x="17943" y="17088"/>
                  </a:lnTo>
                  <a:lnTo>
                    <a:pt x="17692" y="17038"/>
                  </a:lnTo>
                  <a:lnTo>
                    <a:pt x="17440" y="16987"/>
                  </a:lnTo>
                  <a:lnTo>
                    <a:pt x="17201" y="16912"/>
                  </a:lnTo>
                  <a:lnTo>
                    <a:pt x="16975" y="16836"/>
                  </a:lnTo>
                  <a:lnTo>
                    <a:pt x="16749" y="16736"/>
                  </a:lnTo>
                  <a:lnTo>
                    <a:pt x="16535" y="16635"/>
                  </a:lnTo>
                  <a:lnTo>
                    <a:pt x="16334" y="16522"/>
                  </a:lnTo>
                  <a:lnTo>
                    <a:pt x="16145" y="16396"/>
                  </a:lnTo>
                  <a:lnTo>
                    <a:pt x="15957" y="16271"/>
                  </a:lnTo>
                  <a:lnTo>
                    <a:pt x="15780" y="16120"/>
                  </a:lnTo>
                  <a:lnTo>
                    <a:pt x="15604" y="15969"/>
                  </a:lnTo>
                  <a:lnTo>
                    <a:pt x="15441" y="15805"/>
                  </a:lnTo>
                  <a:lnTo>
                    <a:pt x="15303" y="15617"/>
                  </a:lnTo>
                  <a:lnTo>
                    <a:pt x="15164" y="15428"/>
                  </a:lnTo>
                  <a:lnTo>
                    <a:pt x="15051" y="15214"/>
                  </a:lnTo>
                  <a:lnTo>
                    <a:pt x="14938" y="15001"/>
                  </a:lnTo>
                  <a:lnTo>
                    <a:pt x="14850" y="14762"/>
                  </a:lnTo>
                  <a:lnTo>
                    <a:pt x="14775" y="14523"/>
                  </a:lnTo>
                  <a:lnTo>
                    <a:pt x="14712" y="14259"/>
                  </a:lnTo>
                  <a:lnTo>
                    <a:pt x="14661" y="13982"/>
                  </a:lnTo>
                  <a:lnTo>
                    <a:pt x="14624" y="13693"/>
                  </a:lnTo>
                  <a:lnTo>
                    <a:pt x="14611" y="13391"/>
                  </a:lnTo>
                  <a:lnTo>
                    <a:pt x="14599" y="13077"/>
                  </a:lnTo>
                  <a:lnTo>
                    <a:pt x="14611" y="12750"/>
                  </a:lnTo>
                  <a:lnTo>
                    <a:pt x="14636" y="12410"/>
                  </a:lnTo>
                  <a:lnTo>
                    <a:pt x="14661" y="12058"/>
                  </a:lnTo>
                  <a:lnTo>
                    <a:pt x="14712" y="11681"/>
                  </a:lnTo>
                  <a:lnTo>
                    <a:pt x="14775" y="11304"/>
                  </a:lnTo>
                  <a:lnTo>
                    <a:pt x="14837" y="10965"/>
                  </a:lnTo>
                  <a:lnTo>
                    <a:pt x="14913" y="10650"/>
                  </a:lnTo>
                  <a:lnTo>
                    <a:pt x="15001" y="10336"/>
                  </a:lnTo>
                  <a:lnTo>
                    <a:pt x="15101" y="10034"/>
                  </a:lnTo>
                  <a:lnTo>
                    <a:pt x="15202" y="9745"/>
                  </a:lnTo>
                  <a:lnTo>
                    <a:pt x="15315" y="9468"/>
                  </a:lnTo>
                  <a:lnTo>
                    <a:pt x="15454" y="9192"/>
                  </a:lnTo>
                  <a:lnTo>
                    <a:pt x="15592" y="8928"/>
                  </a:lnTo>
                  <a:lnTo>
                    <a:pt x="15743" y="8689"/>
                  </a:lnTo>
                  <a:lnTo>
                    <a:pt x="15894" y="8437"/>
                  </a:lnTo>
                  <a:lnTo>
                    <a:pt x="16070" y="8211"/>
                  </a:lnTo>
                  <a:lnTo>
                    <a:pt x="16246" y="7997"/>
                  </a:lnTo>
                  <a:lnTo>
                    <a:pt x="16447" y="7783"/>
                  </a:lnTo>
                  <a:lnTo>
                    <a:pt x="16648" y="7582"/>
                  </a:lnTo>
                  <a:lnTo>
                    <a:pt x="16862" y="7394"/>
                  </a:lnTo>
                  <a:lnTo>
                    <a:pt x="17076" y="7218"/>
                  </a:lnTo>
                  <a:lnTo>
                    <a:pt x="17314" y="7054"/>
                  </a:lnTo>
                  <a:lnTo>
                    <a:pt x="17553" y="6891"/>
                  </a:lnTo>
                  <a:lnTo>
                    <a:pt x="17792" y="6740"/>
                  </a:lnTo>
                  <a:lnTo>
                    <a:pt x="18031" y="6614"/>
                  </a:lnTo>
                  <a:lnTo>
                    <a:pt x="18283" y="6488"/>
                  </a:lnTo>
                  <a:lnTo>
                    <a:pt x="18534" y="6375"/>
                  </a:lnTo>
                  <a:lnTo>
                    <a:pt x="18786" y="6275"/>
                  </a:lnTo>
                  <a:lnTo>
                    <a:pt x="19037" y="6174"/>
                  </a:lnTo>
                  <a:lnTo>
                    <a:pt x="19301" y="6099"/>
                  </a:lnTo>
                  <a:lnTo>
                    <a:pt x="19565" y="6023"/>
                  </a:lnTo>
                  <a:lnTo>
                    <a:pt x="19829" y="5960"/>
                  </a:lnTo>
                  <a:lnTo>
                    <a:pt x="20106" y="5922"/>
                  </a:lnTo>
                  <a:lnTo>
                    <a:pt x="20370" y="5885"/>
                  </a:lnTo>
                  <a:lnTo>
                    <a:pt x="20659" y="5847"/>
                  </a:lnTo>
                  <a:lnTo>
                    <a:pt x="20936" y="5834"/>
                  </a:lnTo>
                  <a:close/>
                  <a:moveTo>
                    <a:pt x="25538" y="0"/>
                  </a:moveTo>
                  <a:lnTo>
                    <a:pt x="25098" y="25"/>
                  </a:lnTo>
                  <a:lnTo>
                    <a:pt x="24658" y="63"/>
                  </a:lnTo>
                  <a:lnTo>
                    <a:pt x="24217" y="101"/>
                  </a:lnTo>
                  <a:lnTo>
                    <a:pt x="23790" y="164"/>
                  </a:lnTo>
                  <a:lnTo>
                    <a:pt x="23362" y="227"/>
                  </a:lnTo>
                  <a:lnTo>
                    <a:pt x="22935" y="315"/>
                  </a:lnTo>
                  <a:lnTo>
                    <a:pt x="22520" y="403"/>
                  </a:lnTo>
                  <a:lnTo>
                    <a:pt x="22105" y="503"/>
                  </a:lnTo>
                  <a:lnTo>
                    <a:pt x="21703" y="604"/>
                  </a:lnTo>
                  <a:lnTo>
                    <a:pt x="21300" y="717"/>
                  </a:lnTo>
                  <a:lnTo>
                    <a:pt x="20911" y="843"/>
                  </a:lnTo>
                  <a:lnTo>
                    <a:pt x="20521" y="981"/>
                  </a:lnTo>
                  <a:lnTo>
                    <a:pt x="20131" y="1119"/>
                  </a:lnTo>
                  <a:lnTo>
                    <a:pt x="19377" y="1409"/>
                  </a:lnTo>
                  <a:lnTo>
                    <a:pt x="19012" y="1559"/>
                  </a:lnTo>
                  <a:lnTo>
                    <a:pt x="18672" y="1723"/>
                  </a:lnTo>
                  <a:lnTo>
                    <a:pt x="18333" y="1886"/>
                  </a:lnTo>
                  <a:lnTo>
                    <a:pt x="18006" y="2050"/>
                  </a:lnTo>
                  <a:lnTo>
                    <a:pt x="17704" y="2226"/>
                  </a:lnTo>
                  <a:lnTo>
                    <a:pt x="17402" y="2402"/>
                  </a:lnTo>
                  <a:lnTo>
                    <a:pt x="17113" y="2590"/>
                  </a:lnTo>
                  <a:lnTo>
                    <a:pt x="16849" y="2767"/>
                  </a:lnTo>
                  <a:lnTo>
                    <a:pt x="16585" y="2968"/>
                  </a:lnTo>
                  <a:lnTo>
                    <a:pt x="16334" y="3156"/>
                  </a:lnTo>
                  <a:lnTo>
                    <a:pt x="16107" y="3357"/>
                  </a:lnTo>
                  <a:lnTo>
                    <a:pt x="15881" y="3571"/>
                  </a:lnTo>
                  <a:lnTo>
                    <a:pt x="15667" y="3772"/>
                  </a:lnTo>
                  <a:lnTo>
                    <a:pt x="15466" y="3999"/>
                  </a:lnTo>
                  <a:lnTo>
                    <a:pt x="15290" y="4212"/>
                  </a:lnTo>
                  <a:lnTo>
                    <a:pt x="15114" y="4439"/>
                  </a:lnTo>
                  <a:lnTo>
                    <a:pt x="15114" y="4439"/>
                  </a:lnTo>
                  <a:lnTo>
                    <a:pt x="15906" y="365"/>
                  </a:lnTo>
                  <a:lnTo>
                    <a:pt x="5671" y="365"/>
                  </a:lnTo>
                  <a:lnTo>
                    <a:pt x="0" y="32315"/>
                  </a:lnTo>
                  <a:lnTo>
                    <a:pt x="11493" y="32315"/>
                  </a:lnTo>
                  <a:lnTo>
                    <a:pt x="13404" y="21363"/>
                  </a:lnTo>
                  <a:lnTo>
                    <a:pt x="13681" y="21665"/>
                  </a:lnTo>
                  <a:lnTo>
                    <a:pt x="13945" y="21929"/>
                  </a:lnTo>
                  <a:lnTo>
                    <a:pt x="14196" y="22180"/>
                  </a:lnTo>
                  <a:lnTo>
                    <a:pt x="14435" y="22406"/>
                  </a:lnTo>
                  <a:lnTo>
                    <a:pt x="14661" y="22608"/>
                  </a:lnTo>
                  <a:lnTo>
                    <a:pt x="14888" y="22784"/>
                  </a:lnTo>
                  <a:lnTo>
                    <a:pt x="15101" y="22947"/>
                  </a:lnTo>
                  <a:lnTo>
                    <a:pt x="15315" y="23098"/>
                  </a:lnTo>
                  <a:lnTo>
                    <a:pt x="15542" y="23236"/>
                  </a:lnTo>
                  <a:lnTo>
                    <a:pt x="15793" y="23362"/>
                  </a:lnTo>
                  <a:lnTo>
                    <a:pt x="16057" y="23488"/>
                  </a:lnTo>
                  <a:lnTo>
                    <a:pt x="16334" y="23614"/>
                  </a:lnTo>
                  <a:lnTo>
                    <a:pt x="16635" y="23727"/>
                  </a:lnTo>
                  <a:lnTo>
                    <a:pt x="16950" y="23827"/>
                  </a:lnTo>
                  <a:lnTo>
                    <a:pt x="17289" y="23928"/>
                  </a:lnTo>
                  <a:lnTo>
                    <a:pt x="17641" y="24028"/>
                  </a:lnTo>
                  <a:lnTo>
                    <a:pt x="18019" y="24117"/>
                  </a:lnTo>
                  <a:lnTo>
                    <a:pt x="18421" y="24192"/>
                  </a:lnTo>
                  <a:lnTo>
                    <a:pt x="18836" y="24255"/>
                  </a:lnTo>
                  <a:lnTo>
                    <a:pt x="19276" y="24318"/>
                  </a:lnTo>
                  <a:lnTo>
                    <a:pt x="19729" y="24355"/>
                  </a:lnTo>
                  <a:lnTo>
                    <a:pt x="20219" y="24393"/>
                  </a:lnTo>
                  <a:lnTo>
                    <a:pt x="20709" y="24406"/>
                  </a:lnTo>
                  <a:lnTo>
                    <a:pt x="21237" y="24418"/>
                  </a:lnTo>
                  <a:lnTo>
                    <a:pt x="21979" y="24406"/>
                  </a:lnTo>
                  <a:lnTo>
                    <a:pt x="22696" y="24381"/>
                  </a:lnTo>
                  <a:lnTo>
                    <a:pt x="23375" y="24343"/>
                  </a:lnTo>
                  <a:lnTo>
                    <a:pt x="24041" y="24280"/>
                  </a:lnTo>
                  <a:lnTo>
                    <a:pt x="24695" y="24205"/>
                  </a:lnTo>
                  <a:lnTo>
                    <a:pt x="25324" y="24091"/>
                  </a:lnTo>
                  <a:lnTo>
                    <a:pt x="25940" y="23966"/>
                  </a:lnTo>
                  <a:lnTo>
                    <a:pt x="26544" y="23815"/>
                  </a:lnTo>
                  <a:lnTo>
                    <a:pt x="27135" y="23639"/>
                  </a:lnTo>
                  <a:lnTo>
                    <a:pt x="27725" y="23438"/>
                  </a:lnTo>
                  <a:lnTo>
                    <a:pt x="28015" y="23324"/>
                  </a:lnTo>
                  <a:lnTo>
                    <a:pt x="28304" y="23199"/>
                  </a:lnTo>
                  <a:lnTo>
                    <a:pt x="28593" y="23073"/>
                  </a:lnTo>
                  <a:lnTo>
                    <a:pt x="28882" y="22935"/>
                  </a:lnTo>
                  <a:lnTo>
                    <a:pt x="29171" y="22784"/>
                  </a:lnTo>
                  <a:lnTo>
                    <a:pt x="29448" y="22633"/>
                  </a:lnTo>
                  <a:lnTo>
                    <a:pt x="30026" y="22306"/>
                  </a:lnTo>
                  <a:lnTo>
                    <a:pt x="30605" y="21929"/>
                  </a:lnTo>
                  <a:lnTo>
                    <a:pt x="31183" y="21526"/>
                  </a:lnTo>
                  <a:lnTo>
                    <a:pt x="31485" y="21313"/>
                  </a:lnTo>
                  <a:lnTo>
                    <a:pt x="31762" y="21086"/>
                  </a:lnTo>
                  <a:lnTo>
                    <a:pt x="32038" y="20860"/>
                  </a:lnTo>
                  <a:lnTo>
                    <a:pt x="32315" y="20634"/>
                  </a:lnTo>
                  <a:lnTo>
                    <a:pt x="32579" y="20395"/>
                  </a:lnTo>
                  <a:lnTo>
                    <a:pt x="32830" y="20156"/>
                  </a:lnTo>
                  <a:lnTo>
                    <a:pt x="33082" y="19904"/>
                  </a:lnTo>
                  <a:lnTo>
                    <a:pt x="33321" y="19653"/>
                  </a:lnTo>
                  <a:lnTo>
                    <a:pt x="33547" y="19401"/>
                  </a:lnTo>
                  <a:lnTo>
                    <a:pt x="33786" y="19137"/>
                  </a:lnTo>
                  <a:lnTo>
                    <a:pt x="34000" y="18873"/>
                  </a:lnTo>
                  <a:lnTo>
                    <a:pt x="34214" y="18609"/>
                  </a:lnTo>
                  <a:lnTo>
                    <a:pt x="34415" y="18333"/>
                  </a:lnTo>
                  <a:lnTo>
                    <a:pt x="34616" y="18056"/>
                  </a:lnTo>
                  <a:lnTo>
                    <a:pt x="34804" y="17767"/>
                  </a:lnTo>
                  <a:lnTo>
                    <a:pt x="34993" y="17478"/>
                  </a:lnTo>
                  <a:lnTo>
                    <a:pt x="35169" y="17188"/>
                  </a:lnTo>
                  <a:lnTo>
                    <a:pt x="35333" y="16887"/>
                  </a:lnTo>
                  <a:lnTo>
                    <a:pt x="35496" y="16585"/>
                  </a:lnTo>
                  <a:lnTo>
                    <a:pt x="35647" y="16271"/>
                  </a:lnTo>
                  <a:lnTo>
                    <a:pt x="35798" y="15956"/>
                  </a:lnTo>
                  <a:lnTo>
                    <a:pt x="35936" y="15642"/>
                  </a:lnTo>
                  <a:lnTo>
                    <a:pt x="36074" y="15315"/>
                  </a:lnTo>
                  <a:lnTo>
                    <a:pt x="36200" y="14988"/>
                  </a:lnTo>
                  <a:lnTo>
                    <a:pt x="36313" y="14661"/>
                  </a:lnTo>
                  <a:lnTo>
                    <a:pt x="36426" y="14322"/>
                  </a:lnTo>
                  <a:lnTo>
                    <a:pt x="36540" y="13982"/>
                  </a:lnTo>
                  <a:lnTo>
                    <a:pt x="36628" y="13630"/>
                  </a:lnTo>
                  <a:lnTo>
                    <a:pt x="36728" y="13278"/>
                  </a:lnTo>
                  <a:lnTo>
                    <a:pt x="36804" y="12926"/>
                  </a:lnTo>
                  <a:lnTo>
                    <a:pt x="36879" y="12561"/>
                  </a:lnTo>
                  <a:lnTo>
                    <a:pt x="36955" y="12197"/>
                  </a:lnTo>
                  <a:lnTo>
                    <a:pt x="37017" y="11757"/>
                  </a:lnTo>
                  <a:lnTo>
                    <a:pt x="37080" y="11317"/>
                  </a:lnTo>
                  <a:lnTo>
                    <a:pt x="37118" y="10876"/>
                  </a:lnTo>
                  <a:lnTo>
                    <a:pt x="37156" y="10449"/>
                  </a:lnTo>
                  <a:lnTo>
                    <a:pt x="37168" y="10034"/>
                  </a:lnTo>
                  <a:lnTo>
                    <a:pt x="37168" y="9607"/>
                  </a:lnTo>
                  <a:lnTo>
                    <a:pt x="37156" y="9192"/>
                  </a:lnTo>
                  <a:lnTo>
                    <a:pt x="37143" y="8789"/>
                  </a:lnTo>
                  <a:lnTo>
                    <a:pt x="37093" y="8387"/>
                  </a:lnTo>
                  <a:lnTo>
                    <a:pt x="37043" y="7985"/>
                  </a:lnTo>
                  <a:lnTo>
                    <a:pt x="36980" y="7595"/>
                  </a:lnTo>
                  <a:lnTo>
                    <a:pt x="36904" y="7205"/>
                  </a:lnTo>
                  <a:lnTo>
                    <a:pt x="36804" y="6815"/>
                  </a:lnTo>
                  <a:lnTo>
                    <a:pt x="36703" y="6438"/>
                  </a:lnTo>
                  <a:lnTo>
                    <a:pt x="36577" y="6073"/>
                  </a:lnTo>
                  <a:lnTo>
                    <a:pt x="36439" y="5709"/>
                  </a:lnTo>
                  <a:lnTo>
                    <a:pt x="36288" y="5344"/>
                  </a:lnTo>
                  <a:lnTo>
                    <a:pt x="36125" y="4992"/>
                  </a:lnTo>
                  <a:lnTo>
                    <a:pt x="35949" y="4640"/>
                  </a:lnTo>
                  <a:lnTo>
                    <a:pt x="35748" y="4313"/>
                  </a:lnTo>
                  <a:lnTo>
                    <a:pt x="35546" y="3986"/>
                  </a:lnTo>
                  <a:lnTo>
                    <a:pt x="35320" y="3684"/>
                  </a:lnTo>
                  <a:lnTo>
                    <a:pt x="35081" y="3383"/>
                  </a:lnTo>
                  <a:lnTo>
                    <a:pt x="34830" y="3093"/>
                  </a:lnTo>
                  <a:lnTo>
                    <a:pt x="34566" y="2817"/>
                  </a:lnTo>
                  <a:lnTo>
                    <a:pt x="34289" y="2553"/>
                  </a:lnTo>
                  <a:lnTo>
                    <a:pt x="34000" y="2289"/>
                  </a:lnTo>
                  <a:lnTo>
                    <a:pt x="33685" y="2050"/>
                  </a:lnTo>
                  <a:lnTo>
                    <a:pt x="33359" y="1811"/>
                  </a:lnTo>
                  <a:lnTo>
                    <a:pt x="33032" y="1597"/>
                  </a:lnTo>
                  <a:lnTo>
                    <a:pt x="32680" y="1383"/>
                  </a:lnTo>
                  <a:lnTo>
                    <a:pt x="32315" y="1182"/>
                  </a:lnTo>
                  <a:lnTo>
                    <a:pt x="31938" y="994"/>
                  </a:lnTo>
                  <a:lnTo>
                    <a:pt x="31573" y="830"/>
                  </a:lnTo>
                  <a:lnTo>
                    <a:pt x="31208" y="679"/>
                  </a:lnTo>
                  <a:lnTo>
                    <a:pt x="30856" y="554"/>
                  </a:lnTo>
                  <a:lnTo>
                    <a:pt x="30492" y="440"/>
                  </a:lnTo>
                  <a:lnTo>
                    <a:pt x="30140" y="352"/>
                  </a:lnTo>
                  <a:lnTo>
                    <a:pt x="29775" y="264"/>
                  </a:lnTo>
                  <a:lnTo>
                    <a:pt x="29398" y="201"/>
                  </a:lnTo>
                  <a:lnTo>
                    <a:pt x="29021" y="139"/>
                  </a:lnTo>
                  <a:lnTo>
                    <a:pt x="28631" y="101"/>
                  </a:lnTo>
                  <a:lnTo>
                    <a:pt x="28241" y="63"/>
                  </a:lnTo>
                  <a:lnTo>
                    <a:pt x="27826" y="38"/>
                  </a:lnTo>
                  <a:lnTo>
                    <a:pt x="27399" y="25"/>
                  </a:lnTo>
                  <a:lnTo>
                    <a:pt x="26946" y="13"/>
                  </a:lnTo>
                  <a:lnTo>
                    <a:pt x="25990" y="0"/>
                  </a:lnTo>
                  <a:close/>
                </a:path>
              </a:pathLst>
            </a:custGeom>
            <a:solidFill>
              <a:srgbClr val="013D5B"/>
            </a:solidFill>
            <a:ln>
              <a:noFill/>
            </a:ln>
          </p:spPr>
          <p:txBody>
            <a:bodyPr anchorCtr="0" anchor="ctr" bIns="88875" lIns="88875" spcFirstLastPara="1" rIns="88875" wrap="square" tIns="88875">
              <a:noAutofit/>
            </a:bodyPr>
            <a:lstStyle/>
            <a:p>
              <a:pPr indent="0" lvl="0" marL="0" rtl="0" algn="l">
                <a:spcBef>
                  <a:spcPts val="0"/>
                </a:spcBef>
                <a:spcAft>
                  <a:spcPts val="0"/>
                </a:spcAft>
                <a:buNone/>
              </a:pPr>
              <a:r>
                <a:t/>
              </a:r>
              <a:endParaRPr/>
            </a:p>
          </p:txBody>
        </p:sp>
        <p:sp>
          <p:nvSpPr>
            <p:cNvPr id="51" name="Google Shape;51;p9"/>
            <p:cNvSpPr/>
            <p:nvPr/>
          </p:nvSpPr>
          <p:spPr>
            <a:xfrm>
              <a:off x="6789650" y="2974875"/>
              <a:ext cx="592225" cy="711375"/>
            </a:xfrm>
            <a:custGeom>
              <a:rect b="b" l="l" r="r" t="t"/>
              <a:pathLst>
                <a:path extrusionOk="0" h="28455" w="23689">
                  <a:moveTo>
                    <a:pt x="16396" y="1371"/>
                  </a:moveTo>
                  <a:lnTo>
                    <a:pt x="16572" y="1384"/>
                  </a:lnTo>
                  <a:lnTo>
                    <a:pt x="16748" y="1409"/>
                  </a:lnTo>
                  <a:lnTo>
                    <a:pt x="16912" y="1434"/>
                  </a:lnTo>
                  <a:lnTo>
                    <a:pt x="17075" y="1459"/>
                  </a:lnTo>
                  <a:lnTo>
                    <a:pt x="17226" y="1497"/>
                  </a:lnTo>
                  <a:lnTo>
                    <a:pt x="17377" y="1547"/>
                  </a:lnTo>
                  <a:lnTo>
                    <a:pt x="17515" y="1598"/>
                  </a:lnTo>
                  <a:lnTo>
                    <a:pt x="17654" y="1660"/>
                  </a:lnTo>
                  <a:lnTo>
                    <a:pt x="17779" y="1723"/>
                  </a:lnTo>
                  <a:lnTo>
                    <a:pt x="17905" y="1799"/>
                  </a:lnTo>
                  <a:lnTo>
                    <a:pt x="18018" y="1874"/>
                  </a:lnTo>
                  <a:lnTo>
                    <a:pt x="18131" y="1962"/>
                  </a:lnTo>
                  <a:lnTo>
                    <a:pt x="18245" y="2050"/>
                  </a:lnTo>
                  <a:lnTo>
                    <a:pt x="18345" y="2151"/>
                  </a:lnTo>
                  <a:lnTo>
                    <a:pt x="18446" y="2251"/>
                  </a:lnTo>
                  <a:lnTo>
                    <a:pt x="18534" y="2365"/>
                  </a:lnTo>
                  <a:lnTo>
                    <a:pt x="18622" y="2478"/>
                  </a:lnTo>
                  <a:lnTo>
                    <a:pt x="18773" y="2717"/>
                  </a:lnTo>
                  <a:lnTo>
                    <a:pt x="18898" y="2981"/>
                  </a:lnTo>
                  <a:lnTo>
                    <a:pt x="19012" y="3270"/>
                  </a:lnTo>
                  <a:lnTo>
                    <a:pt x="19100" y="3572"/>
                  </a:lnTo>
                  <a:lnTo>
                    <a:pt x="19162" y="3899"/>
                  </a:lnTo>
                  <a:lnTo>
                    <a:pt x="19213" y="4225"/>
                  </a:lnTo>
                  <a:lnTo>
                    <a:pt x="19225" y="4578"/>
                  </a:lnTo>
                  <a:lnTo>
                    <a:pt x="19238" y="4829"/>
                  </a:lnTo>
                  <a:lnTo>
                    <a:pt x="19225" y="5080"/>
                  </a:lnTo>
                  <a:lnTo>
                    <a:pt x="19213" y="5319"/>
                  </a:lnTo>
                  <a:lnTo>
                    <a:pt x="19188" y="5558"/>
                  </a:lnTo>
                  <a:lnTo>
                    <a:pt x="19162" y="5797"/>
                  </a:lnTo>
                  <a:lnTo>
                    <a:pt x="19125" y="6049"/>
                  </a:lnTo>
                  <a:lnTo>
                    <a:pt x="19074" y="6288"/>
                  </a:lnTo>
                  <a:lnTo>
                    <a:pt x="19012" y="6514"/>
                  </a:lnTo>
                  <a:lnTo>
                    <a:pt x="18949" y="6753"/>
                  </a:lnTo>
                  <a:lnTo>
                    <a:pt x="18873" y="6992"/>
                  </a:lnTo>
                  <a:lnTo>
                    <a:pt x="18798" y="7218"/>
                  </a:lnTo>
                  <a:lnTo>
                    <a:pt x="18697" y="7457"/>
                  </a:lnTo>
                  <a:lnTo>
                    <a:pt x="18609" y="7683"/>
                  </a:lnTo>
                  <a:lnTo>
                    <a:pt x="18496" y="7910"/>
                  </a:lnTo>
                  <a:lnTo>
                    <a:pt x="18383" y="8136"/>
                  </a:lnTo>
                  <a:lnTo>
                    <a:pt x="18270" y="8350"/>
                  </a:lnTo>
                  <a:lnTo>
                    <a:pt x="18131" y="8576"/>
                  </a:lnTo>
                  <a:lnTo>
                    <a:pt x="17993" y="8790"/>
                  </a:lnTo>
                  <a:lnTo>
                    <a:pt x="17704" y="9217"/>
                  </a:lnTo>
                  <a:lnTo>
                    <a:pt x="17377" y="9632"/>
                  </a:lnTo>
                  <a:lnTo>
                    <a:pt x="17025" y="10034"/>
                  </a:lnTo>
                  <a:lnTo>
                    <a:pt x="16648" y="10424"/>
                  </a:lnTo>
                  <a:lnTo>
                    <a:pt x="16245" y="10801"/>
                  </a:lnTo>
                  <a:lnTo>
                    <a:pt x="15818" y="11166"/>
                  </a:lnTo>
                  <a:lnTo>
                    <a:pt x="15365" y="11518"/>
                  </a:lnTo>
                  <a:lnTo>
                    <a:pt x="14887" y="11858"/>
                  </a:lnTo>
                  <a:lnTo>
                    <a:pt x="14384" y="12172"/>
                  </a:lnTo>
                  <a:lnTo>
                    <a:pt x="13869" y="12474"/>
                  </a:lnTo>
                  <a:lnTo>
                    <a:pt x="13316" y="12750"/>
                  </a:lnTo>
                  <a:lnTo>
                    <a:pt x="12762" y="13014"/>
                  </a:lnTo>
                  <a:lnTo>
                    <a:pt x="12172" y="13266"/>
                  </a:lnTo>
                  <a:lnTo>
                    <a:pt x="11581" y="13492"/>
                  </a:lnTo>
                  <a:lnTo>
                    <a:pt x="10952" y="13693"/>
                  </a:lnTo>
                  <a:lnTo>
                    <a:pt x="10323" y="13882"/>
                  </a:lnTo>
                  <a:lnTo>
                    <a:pt x="9669" y="14045"/>
                  </a:lnTo>
                  <a:lnTo>
                    <a:pt x="9003" y="14184"/>
                  </a:lnTo>
                  <a:lnTo>
                    <a:pt x="8324" y="14297"/>
                  </a:lnTo>
                  <a:lnTo>
                    <a:pt x="7632" y="14385"/>
                  </a:lnTo>
                  <a:lnTo>
                    <a:pt x="6916" y="14460"/>
                  </a:lnTo>
                  <a:lnTo>
                    <a:pt x="6199" y="14498"/>
                  </a:lnTo>
                  <a:lnTo>
                    <a:pt x="5470" y="14511"/>
                  </a:lnTo>
                  <a:lnTo>
                    <a:pt x="5570" y="14146"/>
                  </a:lnTo>
                  <a:lnTo>
                    <a:pt x="5683" y="13744"/>
                  </a:lnTo>
                  <a:lnTo>
                    <a:pt x="5822" y="13316"/>
                  </a:lnTo>
                  <a:lnTo>
                    <a:pt x="5985" y="12864"/>
                  </a:lnTo>
                  <a:lnTo>
                    <a:pt x="6174" y="12386"/>
                  </a:lnTo>
                  <a:lnTo>
                    <a:pt x="6375" y="11895"/>
                  </a:lnTo>
                  <a:lnTo>
                    <a:pt x="6601" y="11392"/>
                  </a:lnTo>
                  <a:lnTo>
                    <a:pt x="6853" y="10864"/>
                  </a:lnTo>
                  <a:lnTo>
                    <a:pt x="7104" y="10336"/>
                  </a:lnTo>
                  <a:lnTo>
                    <a:pt x="7393" y="9796"/>
                  </a:lnTo>
                  <a:lnTo>
                    <a:pt x="7683" y="9242"/>
                  </a:lnTo>
                  <a:lnTo>
                    <a:pt x="7997" y="8689"/>
                  </a:lnTo>
                  <a:lnTo>
                    <a:pt x="8324" y="8148"/>
                  </a:lnTo>
                  <a:lnTo>
                    <a:pt x="8663" y="7595"/>
                  </a:lnTo>
                  <a:lnTo>
                    <a:pt x="9016" y="7055"/>
                  </a:lnTo>
                  <a:lnTo>
                    <a:pt x="9380" y="6526"/>
                  </a:lnTo>
                  <a:lnTo>
                    <a:pt x="9757" y="5998"/>
                  </a:lnTo>
                  <a:lnTo>
                    <a:pt x="10147" y="5495"/>
                  </a:lnTo>
                  <a:lnTo>
                    <a:pt x="10537" y="5005"/>
                  </a:lnTo>
                  <a:lnTo>
                    <a:pt x="10939" y="4527"/>
                  </a:lnTo>
                  <a:lnTo>
                    <a:pt x="11354" y="4087"/>
                  </a:lnTo>
                  <a:lnTo>
                    <a:pt x="11782" y="3660"/>
                  </a:lnTo>
                  <a:lnTo>
                    <a:pt x="12209" y="3257"/>
                  </a:lnTo>
                  <a:lnTo>
                    <a:pt x="12637" y="2893"/>
                  </a:lnTo>
                  <a:lnTo>
                    <a:pt x="12863" y="2717"/>
                  </a:lnTo>
                  <a:lnTo>
                    <a:pt x="13077" y="2553"/>
                  </a:lnTo>
                  <a:lnTo>
                    <a:pt x="13303" y="2402"/>
                  </a:lnTo>
                  <a:lnTo>
                    <a:pt x="13517" y="2264"/>
                  </a:lnTo>
                  <a:lnTo>
                    <a:pt x="13743" y="2126"/>
                  </a:lnTo>
                  <a:lnTo>
                    <a:pt x="13970" y="2000"/>
                  </a:lnTo>
                  <a:lnTo>
                    <a:pt x="14196" y="1887"/>
                  </a:lnTo>
                  <a:lnTo>
                    <a:pt x="14410" y="1774"/>
                  </a:lnTo>
                  <a:lnTo>
                    <a:pt x="14636" y="1686"/>
                  </a:lnTo>
                  <a:lnTo>
                    <a:pt x="14862" y="1610"/>
                  </a:lnTo>
                  <a:lnTo>
                    <a:pt x="15089" y="1535"/>
                  </a:lnTo>
                  <a:lnTo>
                    <a:pt x="15315" y="1472"/>
                  </a:lnTo>
                  <a:lnTo>
                    <a:pt x="15541" y="1434"/>
                  </a:lnTo>
                  <a:lnTo>
                    <a:pt x="15768" y="1396"/>
                  </a:lnTo>
                  <a:lnTo>
                    <a:pt x="15994" y="1371"/>
                  </a:lnTo>
                  <a:close/>
                  <a:moveTo>
                    <a:pt x="17063" y="1"/>
                  </a:moveTo>
                  <a:lnTo>
                    <a:pt x="16698" y="13"/>
                  </a:lnTo>
                  <a:lnTo>
                    <a:pt x="16321" y="26"/>
                  </a:lnTo>
                  <a:lnTo>
                    <a:pt x="15956" y="64"/>
                  </a:lnTo>
                  <a:lnTo>
                    <a:pt x="15579" y="114"/>
                  </a:lnTo>
                  <a:lnTo>
                    <a:pt x="15202" y="177"/>
                  </a:lnTo>
                  <a:lnTo>
                    <a:pt x="14825" y="252"/>
                  </a:lnTo>
                  <a:lnTo>
                    <a:pt x="14447" y="328"/>
                  </a:lnTo>
                  <a:lnTo>
                    <a:pt x="14070" y="428"/>
                  </a:lnTo>
                  <a:lnTo>
                    <a:pt x="13680" y="541"/>
                  </a:lnTo>
                  <a:lnTo>
                    <a:pt x="13303" y="667"/>
                  </a:lnTo>
                  <a:lnTo>
                    <a:pt x="12926" y="805"/>
                  </a:lnTo>
                  <a:lnTo>
                    <a:pt x="12549" y="944"/>
                  </a:lnTo>
                  <a:lnTo>
                    <a:pt x="12172" y="1107"/>
                  </a:lnTo>
                  <a:lnTo>
                    <a:pt x="11794" y="1271"/>
                  </a:lnTo>
                  <a:lnTo>
                    <a:pt x="11417" y="1459"/>
                  </a:lnTo>
                  <a:lnTo>
                    <a:pt x="11040" y="1648"/>
                  </a:lnTo>
                  <a:lnTo>
                    <a:pt x="10663" y="1849"/>
                  </a:lnTo>
                  <a:lnTo>
                    <a:pt x="10298" y="2063"/>
                  </a:lnTo>
                  <a:lnTo>
                    <a:pt x="9921" y="2289"/>
                  </a:lnTo>
                  <a:lnTo>
                    <a:pt x="9556" y="2515"/>
                  </a:lnTo>
                  <a:lnTo>
                    <a:pt x="9192" y="2767"/>
                  </a:lnTo>
                  <a:lnTo>
                    <a:pt x="8839" y="3018"/>
                  </a:lnTo>
                  <a:lnTo>
                    <a:pt x="8475" y="3270"/>
                  </a:lnTo>
                  <a:lnTo>
                    <a:pt x="8123" y="3547"/>
                  </a:lnTo>
                  <a:lnTo>
                    <a:pt x="7771" y="3823"/>
                  </a:lnTo>
                  <a:lnTo>
                    <a:pt x="7431" y="4112"/>
                  </a:lnTo>
                  <a:lnTo>
                    <a:pt x="7092" y="4414"/>
                  </a:lnTo>
                  <a:lnTo>
                    <a:pt x="6752" y="4716"/>
                  </a:lnTo>
                  <a:lnTo>
                    <a:pt x="6425" y="5030"/>
                  </a:lnTo>
                  <a:lnTo>
                    <a:pt x="6098" y="5357"/>
                  </a:lnTo>
                  <a:lnTo>
                    <a:pt x="5771" y="5684"/>
                  </a:lnTo>
                  <a:lnTo>
                    <a:pt x="5457" y="6024"/>
                  </a:lnTo>
                  <a:lnTo>
                    <a:pt x="5155" y="6376"/>
                  </a:lnTo>
                  <a:lnTo>
                    <a:pt x="4854" y="6728"/>
                  </a:lnTo>
                  <a:lnTo>
                    <a:pt x="4552" y="7092"/>
                  </a:lnTo>
                  <a:lnTo>
                    <a:pt x="4263" y="7457"/>
                  </a:lnTo>
                  <a:lnTo>
                    <a:pt x="3986" y="7834"/>
                  </a:lnTo>
                  <a:lnTo>
                    <a:pt x="3709" y="8211"/>
                  </a:lnTo>
                  <a:lnTo>
                    <a:pt x="3445" y="8601"/>
                  </a:lnTo>
                  <a:lnTo>
                    <a:pt x="3181" y="8991"/>
                  </a:lnTo>
                  <a:lnTo>
                    <a:pt x="2930" y="9393"/>
                  </a:lnTo>
                  <a:lnTo>
                    <a:pt x="2691" y="9796"/>
                  </a:lnTo>
                  <a:lnTo>
                    <a:pt x="2452" y="10198"/>
                  </a:lnTo>
                  <a:lnTo>
                    <a:pt x="2226" y="10613"/>
                  </a:lnTo>
                  <a:lnTo>
                    <a:pt x="2012" y="11040"/>
                  </a:lnTo>
                  <a:lnTo>
                    <a:pt x="1811" y="11468"/>
                  </a:lnTo>
                  <a:lnTo>
                    <a:pt x="1610" y="11895"/>
                  </a:lnTo>
                  <a:lnTo>
                    <a:pt x="1421" y="12323"/>
                  </a:lnTo>
                  <a:lnTo>
                    <a:pt x="1245" y="12763"/>
                  </a:lnTo>
                  <a:lnTo>
                    <a:pt x="1081" y="13203"/>
                  </a:lnTo>
                  <a:lnTo>
                    <a:pt x="918" y="13656"/>
                  </a:lnTo>
                  <a:lnTo>
                    <a:pt x="780" y="14108"/>
                  </a:lnTo>
                  <a:lnTo>
                    <a:pt x="641" y="14561"/>
                  </a:lnTo>
                  <a:lnTo>
                    <a:pt x="528" y="15014"/>
                  </a:lnTo>
                  <a:lnTo>
                    <a:pt x="415" y="15479"/>
                  </a:lnTo>
                  <a:lnTo>
                    <a:pt x="327" y="15932"/>
                  </a:lnTo>
                  <a:lnTo>
                    <a:pt x="239" y="16397"/>
                  </a:lnTo>
                  <a:lnTo>
                    <a:pt x="164" y="16875"/>
                  </a:lnTo>
                  <a:lnTo>
                    <a:pt x="101" y="17340"/>
                  </a:lnTo>
                  <a:lnTo>
                    <a:pt x="63" y="17818"/>
                  </a:lnTo>
                  <a:lnTo>
                    <a:pt x="25" y="18283"/>
                  </a:lnTo>
                  <a:lnTo>
                    <a:pt x="13" y="18761"/>
                  </a:lnTo>
                  <a:lnTo>
                    <a:pt x="0" y="19238"/>
                  </a:lnTo>
                  <a:lnTo>
                    <a:pt x="13" y="19716"/>
                  </a:lnTo>
                  <a:lnTo>
                    <a:pt x="50" y="20244"/>
                  </a:lnTo>
                  <a:lnTo>
                    <a:pt x="88" y="20760"/>
                  </a:lnTo>
                  <a:lnTo>
                    <a:pt x="164" y="21250"/>
                  </a:lnTo>
                  <a:lnTo>
                    <a:pt x="252" y="21728"/>
                  </a:lnTo>
                  <a:lnTo>
                    <a:pt x="352" y="22193"/>
                  </a:lnTo>
                  <a:lnTo>
                    <a:pt x="478" y="22646"/>
                  </a:lnTo>
                  <a:lnTo>
                    <a:pt x="629" y="23073"/>
                  </a:lnTo>
                  <a:lnTo>
                    <a:pt x="792" y="23488"/>
                  </a:lnTo>
                  <a:lnTo>
                    <a:pt x="968" y="23891"/>
                  </a:lnTo>
                  <a:lnTo>
                    <a:pt x="1157" y="24268"/>
                  </a:lnTo>
                  <a:lnTo>
                    <a:pt x="1371" y="24645"/>
                  </a:lnTo>
                  <a:lnTo>
                    <a:pt x="1584" y="24985"/>
                  </a:lnTo>
                  <a:lnTo>
                    <a:pt x="1823" y="25324"/>
                  </a:lnTo>
                  <a:lnTo>
                    <a:pt x="2087" y="25638"/>
                  </a:lnTo>
                  <a:lnTo>
                    <a:pt x="2351" y="25940"/>
                  </a:lnTo>
                  <a:lnTo>
                    <a:pt x="2628" y="26229"/>
                  </a:lnTo>
                  <a:lnTo>
                    <a:pt x="2917" y="26493"/>
                  </a:lnTo>
                  <a:lnTo>
                    <a:pt x="3232" y="26745"/>
                  </a:lnTo>
                  <a:lnTo>
                    <a:pt x="3546" y="26984"/>
                  </a:lnTo>
                  <a:lnTo>
                    <a:pt x="3873" y="27197"/>
                  </a:lnTo>
                  <a:lnTo>
                    <a:pt x="4212" y="27399"/>
                  </a:lnTo>
                  <a:lnTo>
                    <a:pt x="4564" y="27575"/>
                  </a:lnTo>
                  <a:lnTo>
                    <a:pt x="4916" y="27751"/>
                  </a:lnTo>
                  <a:lnTo>
                    <a:pt x="5294" y="27889"/>
                  </a:lnTo>
                  <a:lnTo>
                    <a:pt x="5671" y="28027"/>
                  </a:lnTo>
                  <a:lnTo>
                    <a:pt x="6048" y="28141"/>
                  </a:lnTo>
                  <a:lnTo>
                    <a:pt x="6450" y="28241"/>
                  </a:lnTo>
                  <a:lnTo>
                    <a:pt x="6853" y="28317"/>
                  </a:lnTo>
                  <a:lnTo>
                    <a:pt x="7255" y="28379"/>
                  </a:lnTo>
                  <a:lnTo>
                    <a:pt x="7670" y="28417"/>
                  </a:lnTo>
                  <a:lnTo>
                    <a:pt x="8085" y="28455"/>
                  </a:lnTo>
                  <a:lnTo>
                    <a:pt x="8513" y="28455"/>
                  </a:lnTo>
                  <a:lnTo>
                    <a:pt x="9041" y="28442"/>
                  </a:lnTo>
                  <a:lnTo>
                    <a:pt x="9556" y="28417"/>
                  </a:lnTo>
                  <a:lnTo>
                    <a:pt x="10059" y="28354"/>
                  </a:lnTo>
                  <a:lnTo>
                    <a:pt x="10562" y="28279"/>
                  </a:lnTo>
                  <a:lnTo>
                    <a:pt x="11065" y="28191"/>
                  </a:lnTo>
                  <a:lnTo>
                    <a:pt x="11555" y="28078"/>
                  </a:lnTo>
                  <a:lnTo>
                    <a:pt x="12046" y="27939"/>
                  </a:lnTo>
                  <a:lnTo>
                    <a:pt x="12524" y="27788"/>
                  </a:lnTo>
                  <a:lnTo>
                    <a:pt x="12989" y="27612"/>
                  </a:lnTo>
                  <a:lnTo>
                    <a:pt x="13454" y="27424"/>
                  </a:lnTo>
                  <a:lnTo>
                    <a:pt x="13907" y="27223"/>
                  </a:lnTo>
                  <a:lnTo>
                    <a:pt x="14359" y="26996"/>
                  </a:lnTo>
                  <a:lnTo>
                    <a:pt x="14799" y="26757"/>
                  </a:lnTo>
                  <a:lnTo>
                    <a:pt x="15227" y="26506"/>
                  </a:lnTo>
                  <a:lnTo>
                    <a:pt x="15654" y="26242"/>
                  </a:lnTo>
                  <a:lnTo>
                    <a:pt x="16069" y="25953"/>
                  </a:lnTo>
                  <a:lnTo>
                    <a:pt x="16472" y="25651"/>
                  </a:lnTo>
                  <a:lnTo>
                    <a:pt x="16861" y="25349"/>
                  </a:lnTo>
                  <a:lnTo>
                    <a:pt x="17239" y="25022"/>
                  </a:lnTo>
                  <a:lnTo>
                    <a:pt x="17616" y="24683"/>
                  </a:lnTo>
                  <a:lnTo>
                    <a:pt x="17981" y="24343"/>
                  </a:lnTo>
                  <a:lnTo>
                    <a:pt x="18333" y="23979"/>
                  </a:lnTo>
                  <a:lnTo>
                    <a:pt x="18672" y="23614"/>
                  </a:lnTo>
                  <a:lnTo>
                    <a:pt x="18999" y="23224"/>
                  </a:lnTo>
                  <a:lnTo>
                    <a:pt x="19313" y="22834"/>
                  </a:lnTo>
                  <a:lnTo>
                    <a:pt x="19615" y="22445"/>
                  </a:lnTo>
                  <a:lnTo>
                    <a:pt x="19917" y="22030"/>
                  </a:lnTo>
                  <a:lnTo>
                    <a:pt x="20194" y="21615"/>
                  </a:lnTo>
                  <a:lnTo>
                    <a:pt x="20458" y="21200"/>
                  </a:lnTo>
                  <a:lnTo>
                    <a:pt x="20709" y="20760"/>
                  </a:lnTo>
                  <a:lnTo>
                    <a:pt x="20948" y="20332"/>
                  </a:lnTo>
                  <a:lnTo>
                    <a:pt x="21174" y="19892"/>
                  </a:lnTo>
                  <a:lnTo>
                    <a:pt x="20256" y="19264"/>
                  </a:lnTo>
                  <a:lnTo>
                    <a:pt x="20080" y="19528"/>
                  </a:lnTo>
                  <a:lnTo>
                    <a:pt x="19892" y="19804"/>
                  </a:lnTo>
                  <a:lnTo>
                    <a:pt x="19691" y="20068"/>
                  </a:lnTo>
                  <a:lnTo>
                    <a:pt x="19477" y="20345"/>
                  </a:lnTo>
                  <a:lnTo>
                    <a:pt x="19263" y="20609"/>
                  </a:lnTo>
                  <a:lnTo>
                    <a:pt x="19037" y="20873"/>
                  </a:lnTo>
                  <a:lnTo>
                    <a:pt x="18810" y="21137"/>
                  </a:lnTo>
                  <a:lnTo>
                    <a:pt x="18559" y="21388"/>
                  </a:lnTo>
                  <a:lnTo>
                    <a:pt x="18307" y="21640"/>
                  </a:lnTo>
                  <a:lnTo>
                    <a:pt x="18056" y="21891"/>
                  </a:lnTo>
                  <a:lnTo>
                    <a:pt x="17792" y="22130"/>
                  </a:lnTo>
                  <a:lnTo>
                    <a:pt x="17515" y="22369"/>
                  </a:lnTo>
                  <a:lnTo>
                    <a:pt x="17239" y="22608"/>
                  </a:lnTo>
                  <a:lnTo>
                    <a:pt x="16950" y="22834"/>
                  </a:lnTo>
                  <a:lnTo>
                    <a:pt x="16660" y="23048"/>
                  </a:lnTo>
                  <a:lnTo>
                    <a:pt x="16371" y="23249"/>
                  </a:lnTo>
                  <a:lnTo>
                    <a:pt x="16069" y="23451"/>
                  </a:lnTo>
                  <a:lnTo>
                    <a:pt x="15755" y="23652"/>
                  </a:lnTo>
                  <a:lnTo>
                    <a:pt x="15453" y="23828"/>
                  </a:lnTo>
                  <a:lnTo>
                    <a:pt x="15126" y="24004"/>
                  </a:lnTo>
                  <a:lnTo>
                    <a:pt x="14812" y="24167"/>
                  </a:lnTo>
                  <a:lnTo>
                    <a:pt x="14485" y="24318"/>
                  </a:lnTo>
                  <a:lnTo>
                    <a:pt x="14158" y="24456"/>
                  </a:lnTo>
                  <a:lnTo>
                    <a:pt x="13831" y="24582"/>
                  </a:lnTo>
                  <a:lnTo>
                    <a:pt x="13504" y="24695"/>
                  </a:lnTo>
                  <a:lnTo>
                    <a:pt x="13165" y="24796"/>
                  </a:lnTo>
                  <a:lnTo>
                    <a:pt x="12825" y="24884"/>
                  </a:lnTo>
                  <a:lnTo>
                    <a:pt x="12486" y="24947"/>
                  </a:lnTo>
                  <a:lnTo>
                    <a:pt x="12146" y="25010"/>
                  </a:lnTo>
                  <a:lnTo>
                    <a:pt x="11807" y="25047"/>
                  </a:lnTo>
                  <a:lnTo>
                    <a:pt x="11467" y="25073"/>
                  </a:lnTo>
                  <a:lnTo>
                    <a:pt x="11128" y="25085"/>
                  </a:lnTo>
                  <a:lnTo>
                    <a:pt x="10738" y="25073"/>
                  </a:lnTo>
                  <a:lnTo>
                    <a:pt x="10361" y="25047"/>
                  </a:lnTo>
                  <a:lnTo>
                    <a:pt x="9996" y="25010"/>
                  </a:lnTo>
                  <a:lnTo>
                    <a:pt x="9644" y="24959"/>
                  </a:lnTo>
                  <a:lnTo>
                    <a:pt x="9317" y="24884"/>
                  </a:lnTo>
                  <a:lnTo>
                    <a:pt x="8990" y="24796"/>
                  </a:lnTo>
                  <a:lnTo>
                    <a:pt x="8676" y="24695"/>
                  </a:lnTo>
                  <a:lnTo>
                    <a:pt x="8374" y="24582"/>
                  </a:lnTo>
                  <a:lnTo>
                    <a:pt x="8085" y="24456"/>
                  </a:lnTo>
                  <a:lnTo>
                    <a:pt x="7808" y="24318"/>
                  </a:lnTo>
                  <a:lnTo>
                    <a:pt x="7544" y="24167"/>
                  </a:lnTo>
                  <a:lnTo>
                    <a:pt x="7293" y="24004"/>
                  </a:lnTo>
                  <a:lnTo>
                    <a:pt x="7054" y="23828"/>
                  </a:lnTo>
                  <a:lnTo>
                    <a:pt x="6828" y="23652"/>
                  </a:lnTo>
                  <a:lnTo>
                    <a:pt x="6614" y="23451"/>
                  </a:lnTo>
                  <a:lnTo>
                    <a:pt x="6400" y="23249"/>
                  </a:lnTo>
                  <a:lnTo>
                    <a:pt x="6212" y="23023"/>
                  </a:lnTo>
                  <a:lnTo>
                    <a:pt x="6036" y="22797"/>
                  </a:lnTo>
                  <a:lnTo>
                    <a:pt x="5872" y="22570"/>
                  </a:lnTo>
                  <a:lnTo>
                    <a:pt x="5709" y="22319"/>
                  </a:lnTo>
                  <a:lnTo>
                    <a:pt x="5570" y="22067"/>
                  </a:lnTo>
                  <a:lnTo>
                    <a:pt x="5432" y="21816"/>
                  </a:lnTo>
                  <a:lnTo>
                    <a:pt x="5319" y="21539"/>
                  </a:lnTo>
                  <a:lnTo>
                    <a:pt x="5206" y="21263"/>
                  </a:lnTo>
                  <a:lnTo>
                    <a:pt x="5105" y="20986"/>
                  </a:lnTo>
                  <a:lnTo>
                    <a:pt x="5030" y="20697"/>
                  </a:lnTo>
                  <a:lnTo>
                    <a:pt x="4954" y="20408"/>
                  </a:lnTo>
                  <a:lnTo>
                    <a:pt x="4891" y="20106"/>
                  </a:lnTo>
                  <a:lnTo>
                    <a:pt x="4841" y="19804"/>
                  </a:lnTo>
                  <a:lnTo>
                    <a:pt x="4791" y="19502"/>
                  </a:lnTo>
                  <a:lnTo>
                    <a:pt x="4766" y="19188"/>
                  </a:lnTo>
                  <a:lnTo>
                    <a:pt x="4753" y="18874"/>
                  </a:lnTo>
                  <a:lnTo>
                    <a:pt x="4740" y="18409"/>
                  </a:lnTo>
                  <a:lnTo>
                    <a:pt x="4740" y="17981"/>
                  </a:lnTo>
                  <a:lnTo>
                    <a:pt x="4766" y="17579"/>
                  </a:lnTo>
                  <a:lnTo>
                    <a:pt x="4791" y="17214"/>
                  </a:lnTo>
                  <a:lnTo>
                    <a:pt x="4828" y="16862"/>
                  </a:lnTo>
                  <a:lnTo>
                    <a:pt x="4891" y="16522"/>
                  </a:lnTo>
                  <a:lnTo>
                    <a:pt x="4954" y="16196"/>
                  </a:lnTo>
                  <a:lnTo>
                    <a:pt x="5042" y="15881"/>
                  </a:lnTo>
                  <a:lnTo>
                    <a:pt x="5759" y="15856"/>
                  </a:lnTo>
                  <a:lnTo>
                    <a:pt x="6488" y="15818"/>
                  </a:lnTo>
                  <a:lnTo>
                    <a:pt x="7243" y="15768"/>
                  </a:lnTo>
                  <a:lnTo>
                    <a:pt x="8010" y="15693"/>
                  </a:lnTo>
                  <a:lnTo>
                    <a:pt x="8789" y="15617"/>
                  </a:lnTo>
                  <a:lnTo>
                    <a:pt x="9581" y="15517"/>
                  </a:lnTo>
                  <a:lnTo>
                    <a:pt x="10373" y="15403"/>
                  </a:lnTo>
                  <a:lnTo>
                    <a:pt x="11166" y="15265"/>
                  </a:lnTo>
                  <a:lnTo>
                    <a:pt x="11958" y="15114"/>
                  </a:lnTo>
                  <a:lnTo>
                    <a:pt x="12750" y="14938"/>
                  </a:lnTo>
                  <a:lnTo>
                    <a:pt x="13542" y="14750"/>
                  </a:lnTo>
                  <a:lnTo>
                    <a:pt x="14322" y="14536"/>
                  </a:lnTo>
                  <a:lnTo>
                    <a:pt x="15089" y="14297"/>
                  </a:lnTo>
                  <a:lnTo>
                    <a:pt x="15843" y="14045"/>
                  </a:lnTo>
                  <a:lnTo>
                    <a:pt x="16572" y="13769"/>
                  </a:lnTo>
                  <a:lnTo>
                    <a:pt x="17289" y="13467"/>
                  </a:lnTo>
                  <a:lnTo>
                    <a:pt x="17641" y="13316"/>
                  </a:lnTo>
                  <a:lnTo>
                    <a:pt x="17981" y="13153"/>
                  </a:lnTo>
                  <a:lnTo>
                    <a:pt x="18320" y="12977"/>
                  </a:lnTo>
                  <a:lnTo>
                    <a:pt x="18647" y="12801"/>
                  </a:lnTo>
                  <a:lnTo>
                    <a:pt x="18974" y="12612"/>
                  </a:lnTo>
                  <a:lnTo>
                    <a:pt x="19288" y="12423"/>
                  </a:lnTo>
                  <a:lnTo>
                    <a:pt x="19603" y="12235"/>
                  </a:lnTo>
                  <a:lnTo>
                    <a:pt x="19892" y="12034"/>
                  </a:lnTo>
                  <a:lnTo>
                    <a:pt x="20181" y="11820"/>
                  </a:lnTo>
                  <a:lnTo>
                    <a:pt x="20470" y="11606"/>
                  </a:lnTo>
                  <a:lnTo>
                    <a:pt x="20747" y="11392"/>
                  </a:lnTo>
                  <a:lnTo>
                    <a:pt x="20998" y="11166"/>
                  </a:lnTo>
                  <a:lnTo>
                    <a:pt x="21262" y="10927"/>
                  </a:lnTo>
                  <a:lnTo>
                    <a:pt x="21501" y="10688"/>
                  </a:lnTo>
                  <a:lnTo>
                    <a:pt x="21728" y="10437"/>
                  </a:lnTo>
                  <a:lnTo>
                    <a:pt x="21954" y="10185"/>
                  </a:lnTo>
                  <a:lnTo>
                    <a:pt x="22155" y="9921"/>
                  </a:lnTo>
                  <a:lnTo>
                    <a:pt x="22356" y="9657"/>
                  </a:lnTo>
                  <a:lnTo>
                    <a:pt x="22545" y="9381"/>
                  </a:lnTo>
                  <a:lnTo>
                    <a:pt x="22721" y="9091"/>
                  </a:lnTo>
                  <a:lnTo>
                    <a:pt x="22872" y="8802"/>
                  </a:lnTo>
                  <a:lnTo>
                    <a:pt x="23023" y="8501"/>
                  </a:lnTo>
                  <a:lnTo>
                    <a:pt x="23161" y="8199"/>
                  </a:lnTo>
                  <a:lnTo>
                    <a:pt x="23274" y="7884"/>
                  </a:lnTo>
                  <a:lnTo>
                    <a:pt x="23375" y="7557"/>
                  </a:lnTo>
                  <a:lnTo>
                    <a:pt x="23475" y="7231"/>
                  </a:lnTo>
                  <a:lnTo>
                    <a:pt x="23551" y="6891"/>
                  </a:lnTo>
                  <a:lnTo>
                    <a:pt x="23601" y="6552"/>
                  </a:lnTo>
                  <a:lnTo>
                    <a:pt x="23651" y="6200"/>
                  </a:lnTo>
                  <a:lnTo>
                    <a:pt x="23676" y="5835"/>
                  </a:lnTo>
                  <a:lnTo>
                    <a:pt x="23689" y="5470"/>
                  </a:lnTo>
                  <a:lnTo>
                    <a:pt x="23689" y="5093"/>
                  </a:lnTo>
                  <a:lnTo>
                    <a:pt x="23664" y="4766"/>
                  </a:lnTo>
                  <a:lnTo>
                    <a:pt x="23626" y="4439"/>
                  </a:lnTo>
                  <a:lnTo>
                    <a:pt x="23563" y="4137"/>
                  </a:lnTo>
                  <a:lnTo>
                    <a:pt x="23500" y="3836"/>
                  </a:lnTo>
                  <a:lnTo>
                    <a:pt x="23412" y="3547"/>
                  </a:lnTo>
                  <a:lnTo>
                    <a:pt x="23312" y="3282"/>
                  </a:lnTo>
                  <a:lnTo>
                    <a:pt x="23199" y="3018"/>
                  </a:lnTo>
                  <a:lnTo>
                    <a:pt x="23060" y="2767"/>
                  </a:lnTo>
                  <a:lnTo>
                    <a:pt x="22922" y="2541"/>
                  </a:lnTo>
                  <a:lnTo>
                    <a:pt x="22759" y="2314"/>
                  </a:lnTo>
                  <a:lnTo>
                    <a:pt x="22595" y="2101"/>
                  </a:lnTo>
                  <a:lnTo>
                    <a:pt x="22419" y="1887"/>
                  </a:lnTo>
                  <a:lnTo>
                    <a:pt x="22218" y="1698"/>
                  </a:lnTo>
                  <a:lnTo>
                    <a:pt x="22017" y="1522"/>
                  </a:lnTo>
                  <a:lnTo>
                    <a:pt x="21803" y="1346"/>
                  </a:lnTo>
                  <a:lnTo>
                    <a:pt x="21589" y="1195"/>
                  </a:lnTo>
                  <a:lnTo>
                    <a:pt x="21350" y="1044"/>
                  </a:lnTo>
                  <a:lnTo>
                    <a:pt x="21111" y="906"/>
                  </a:lnTo>
                  <a:lnTo>
                    <a:pt x="20860" y="780"/>
                  </a:lnTo>
                  <a:lnTo>
                    <a:pt x="20596" y="655"/>
                  </a:lnTo>
                  <a:lnTo>
                    <a:pt x="20332" y="554"/>
                  </a:lnTo>
                  <a:lnTo>
                    <a:pt x="20068" y="453"/>
                  </a:lnTo>
                  <a:lnTo>
                    <a:pt x="19779" y="365"/>
                  </a:lnTo>
                  <a:lnTo>
                    <a:pt x="19502" y="290"/>
                  </a:lnTo>
                  <a:lnTo>
                    <a:pt x="19213" y="227"/>
                  </a:lnTo>
                  <a:lnTo>
                    <a:pt x="18911" y="164"/>
                  </a:lnTo>
                  <a:lnTo>
                    <a:pt x="18609" y="114"/>
                  </a:lnTo>
                  <a:lnTo>
                    <a:pt x="18307" y="76"/>
                  </a:lnTo>
                  <a:lnTo>
                    <a:pt x="18006" y="38"/>
                  </a:lnTo>
                  <a:lnTo>
                    <a:pt x="17691" y="26"/>
                  </a:lnTo>
                  <a:lnTo>
                    <a:pt x="17377" y="13"/>
                  </a:lnTo>
                  <a:lnTo>
                    <a:pt x="17063" y="1"/>
                  </a:lnTo>
                  <a:close/>
                </a:path>
              </a:pathLst>
            </a:custGeom>
            <a:solidFill>
              <a:srgbClr val="013D5B"/>
            </a:solidFill>
            <a:ln>
              <a:noFill/>
            </a:ln>
          </p:spPr>
          <p:txBody>
            <a:bodyPr anchorCtr="0" anchor="ctr" bIns="88875" lIns="88875" spcFirstLastPara="1" rIns="88875" wrap="square" tIns="88875">
              <a:noAutofit/>
            </a:bodyPr>
            <a:lstStyle/>
            <a:p>
              <a:pPr indent="0" lvl="0" marL="0" rtl="0" algn="l">
                <a:spcBef>
                  <a:spcPts val="0"/>
                </a:spcBef>
                <a:spcAft>
                  <a:spcPts val="0"/>
                </a:spcAft>
                <a:buNone/>
              </a:pPr>
              <a:r>
                <a:t/>
              </a:r>
              <a:endParaRPr/>
            </a:p>
          </p:txBody>
        </p:sp>
        <p:sp>
          <p:nvSpPr>
            <p:cNvPr id="52" name="Google Shape;52;p9"/>
            <p:cNvSpPr/>
            <p:nvPr/>
          </p:nvSpPr>
          <p:spPr>
            <a:xfrm>
              <a:off x="6107825" y="2974875"/>
              <a:ext cx="701950" cy="711075"/>
            </a:xfrm>
            <a:custGeom>
              <a:rect b="b" l="l" r="r" t="t"/>
              <a:pathLst>
                <a:path extrusionOk="0" h="28443" w="28078">
                  <a:moveTo>
                    <a:pt x="10638" y="1"/>
                  </a:moveTo>
                  <a:lnTo>
                    <a:pt x="9469" y="403"/>
                  </a:lnTo>
                  <a:lnTo>
                    <a:pt x="8199" y="818"/>
                  </a:lnTo>
                  <a:lnTo>
                    <a:pt x="6891" y="1220"/>
                  </a:lnTo>
                  <a:lnTo>
                    <a:pt x="5558" y="1610"/>
                  </a:lnTo>
                  <a:lnTo>
                    <a:pt x="4238" y="1975"/>
                  </a:lnTo>
                  <a:lnTo>
                    <a:pt x="2968" y="2289"/>
                  </a:lnTo>
                  <a:lnTo>
                    <a:pt x="1786" y="2566"/>
                  </a:lnTo>
                  <a:lnTo>
                    <a:pt x="1233" y="2692"/>
                  </a:lnTo>
                  <a:lnTo>
                    <a:pt x="717" y="2792"/>
                  </a:lnTo>
                  <a:lnTo>
                    <a:pt x="768" y="4314"/>
                  </a:lnTo>
                  <a:lnTo>
                    <a:pt x="1447" y="4225"/>
                  </a:lnTo>
                  <a:lnTo>
                    <a:pt x="2189" y="4150"/>
                  </a:lnTo>
                  <a:lnTo>
                    <a:pt x="2893" y="4087"/>
                  </a:lnTo>
                  <a:lnTo>
                    <a:pt x="3195" y="4075"/>
                  </a:lnTo>
                  <a:lnTo>
                    <a:pt x="3446" y="4062"/>
                  </a:lnTo>
                  <a:lnTo>
                    <a:pt x="3760" y="4075"/>
                  </a:lnTo>
                  <a:lnTo>
                    <a:pt x="4062" y="4100"/>
                  </a:lnTo>
                  <a:lnTo>
                    <a:pt x="4213" y="4125"/>
                  </a:lnTo>
                  <a:lnTo>
                    <a:pt x="4351" y="4163"/>
                  </a:lnTo>
                  <a:lnTo>
                    <a:pt x="4477" y="4200"/>
                  </a:lnTo>
                  <a:lnTo>
                    <a:pt x="4603" y="4251"/>
                  </a:lnTo>
                  <a:lnTo>
                    <a:pt x="4716" y="4314"/>
                  </a:lnTo>
                  <a:lnTo>
                    <a:pt x="4817" y="4389"/>
                  </a:lnTo>
                  <a:lnTo>
                    <a:pt x="4905" y="4464"/>
                  </a:lnTo>
                  <a:lnTo>
                    <a:pt x="4980" y="4565"/>
                  </a:lnTo>
                  <a:lnTo>
                    <a:pt x="5043" y="4666"/>
                  </a:lnTo>
                  <a:lnTo>
                    <a:pt x="5093" y="4791"/>
                  </a:lnTo>
                  <a:lnTo>
                    <a:pt x="5131" y="4930"/>
                  </a:lnTo>
                  <a:lnTo>
                    <a:pt x="5143" y="5080"/>
                  </a:lnTo>
                  <a:lnTo>
                    <a:pt x="5131" y="5206"/>
                  </a:lnTo>
                  <a:lnTo>
                    <a:pt x="5106" y="5395"/>
                  </a:lnTo>
                  <a:lnTo>
                    <a:pt x="5005" y="5948"/>
                  </a:lnTo>
                  <a:lnTo>
                    <a:pt x="4854" y="6652"/>
                  </a:lnTo>
                  <a:lnTo>
                    <a:pt x="4678" y="7432"/>
                  </a:lnTo>
                  <a:lnTo>
                    <a:pt x="4314" y="8978"/>
                  </a:lnTo>
                  <a:lnTo>
                    <a:pt x="4062" y="10034"/>
                  </a:lnTo>
                  <a:lnTo>
                    <a:pt x="2239" y="18056"/>
                  </a:lnTo>
                  <a:lnTo>
                    <a:pt x="1686" y="20533"/>
                  </a:lnTo>
                  <a:lnTo>
                    <a:pt x="1107" y="22985"/>
                  </a:lnTo>
                  <a:lnTo>
                    <a:pt x="554" y="25324"/>
                  </a:lnTo>
                  <a:lnTo>
                    <a:pt x="277" y="26430"/>
                  </a:lnTo>
                  <a:lnTo>
                    <a:pt x="1" y="27487"/>
                  </a:lnTo>
                  <a:lnTo>
                    <a:pt x="4678" y="27487"/>
                  </a:lnTo>
                  <a:lnTo>
                    <a:pt x="7306" y="14787"/>
                  </a:lnTo>
                  <a:lnTo>
                    <a:pt x="8740" y="13291"/>
                  </a:lnTo>
                  <a:lnTo>
                    <a:pt x="10085" y="11921"/>
                  </a:lnTo>
                  <a:lnTo>
                    <a:pt x="11317" y="10663"/>
                  </a:lnTo>
                  <a:lnTo>
                    <a:pt x="12449" y="9532"/>
                  </a:lnTo>
                  <a:lnTo>
                    <a:pt x="13480" y="8526"/>
                  </a:lnTo>
                  <a:lnTo>
                    <a:pt x="14435" y="7620"/>
                  </a:lnTo>
                  <a:lnTo>
                    <a:pt x="15303" y="6816"/>
                  </a:lnTo>
                  <a:lnTo>
                    <a:pt x="16083" y="6124"/>
                  </a:lnTo>
                  <a:lnTo>
                    <a:pt x="16812" y="5533"/>
                  </a:lnTo>
                  <a:lnTo>
                    <a:pt x="17139" y="5269"/>
                  </a:lnTo>
                  <a:lnTo>
                    <a:pt x="17453" y="5018"/>
                  </a:lnTo>
                  <a:lnTo>
                    <a:pt x="17767" y="4804"/>
                  </a:lnTo>
                  <a:lnTo>
                    <a:pt x="18044" y="4603"/>
                  </a:lnTo>
                  <a:lnTo>
                    <a:pt x="18321" y="4427"/>
                  </a:lnTo>
                  <a:lnTo>
                    <a:pt x="18585" y="4276"/>
                  </a:lnTo>
                  <a:lnTo>
                    <a:pt x="18836" y="4137"/>
                  </a:lnTo>
                  <a:lnTo>
                    <a:pt x="19075" y="4024"/>
                  </a:lnTo>
                  <a:lnTo>
                    <a:pt x="19301" y="3936"/>
                  </a:lnTo>
                  <a:lnTo>
                    <a:pt x="19515" y="3861"/>
                  </a:lnTo>
                  <a:lnTo>
                    <a:pt x="19716" y="3798"/>
                  </a:lnTo>
                  <a:lnTo>
                    <a:pt x="19918" y="3760"/>
                  </a:lnTo>
                  <a:lnTo>
                    <a:pt x="20106" y="3735"/>
                  </a:lnTo>
                  <a:lnTo>
                    <a:pt x="20282" y="3723"/>
                  </a:lnTo>
                  <a:lnTo>
                    <a:pt x="20446" y="3723"/>
                  </a:lnTo>
                  <a:lnTo>
                    <a:pt x="20597" y="3748"/>
                  </a:lnTo>
                  <a:lnTo>
                    <a:pt x="20735" y="3773"/>
                  </a:lnTo>
                  <a:lnTo>
                    <a:pt x="20873" y="3811"/>
                  </a:lnTo>
                  <a:lnTo>
                    <a:pt x="20999" y="3861"/>
                  </a:lnTo>
                  <a:lnTo>
                    <a:pt x="21112" y="3911"/>
                  </a:lnTo>
                  <a:lnTo>
                    <a:pt x="21225" y="3987"/>
                  </a:lnTo>
                  <a:lnTo>
                    <a:pt x="21326" y="4075"/>
                  </a:lnTo>
                  <a:lnTo>
                    <a:pt x="21426" y="4163"/>
                  </a:lnTo>
                  <a:lnTo>
                    <a:pt x="21502" y="4276"/>
                  </a:lnTo>
                  <a:lnTo>
                    <a:pt x="21577" y="4402"/>
                  </a:lnTo>
                  <a:lnTo>
                    <a:pt x="21640" y="4527"/>
                  </a:lnTo>
                  <a:lnTo>
                    <a:pt x="21690" y="4678"/>
                  </a:lnTo>
                  <a:lnTo>
                    <a:pt x="21728" y="4829"/>
                  </a:lnTo>
                  <a:lnTo>
                    <a:pt x="21753" y="5005"/>
                  </a:lnTo>
                  <a:lnTo>
                    <a:pt x="21766" y="5181"/>
                  </a:lnTo>
                  <a:lnTo>
                    <a:pt x="21766" y="5483"/>
                  </a:lnTo>
                  <a:lnTo>
                    <a:pt x="21741" y="5822"/>
                  </a:lnTo>
                  <a:lnTo>
                    <a:pt x="21703" y="6187"/>
                  </a:lnTo>
                  <a:lnTo>
                    <a:pt x="21640" y="6577"/>
                  </a:lnTo>
                  <a:lnTo>
                    <a:pt x="21577" y="6979"/>
                  </a:lnTo>
                  <a:lnTo>
                    <a:pt x="21489" y="7407"/>
                  </a:lnTo>
                  <a:lnTo>
                    <a:pt x="21313" y="8262"/>
                  </a:lnTo>
                  <a:lnTo>
                    <a:pt x="21112" y="9091"/>
                  </a:lnTo>
                  <a:lnTo>
                    <a:pt x="20911" y="9846"/>
                  </a:lnTo>
                  <a:lnTo>
                    <a:pt x="20722" y="10487"/>
                  </a:lnTo>
                  <a:lnTo>
                    <a:pt x="20584" y="10940"/>
                  </a:lnTo>
                  <a:lnTo>
                    <a:pt x="17906" y="20207"/>
                  </a:lnTo>
                  <a:lnTo>
                    <a:pt x="17679" y="20974"/>
                  </a:lnTo>
                  <a:lnTo>
                    <a:pt x="17478" y="21728"/>
                  </a:lnTo>
                  <a:lnTo>
                    <a:pt x="17302" y="22445"/>
                  </a:lnTo>
                  <a:lnTo>
                    <a:pt x="17151" y="23136"/>
                  </a:lnTo>
                  <a:lnTo>
                    <a:pt x="17026" y="23790"/>
                  </a:lnTo>
                  <a:lnTo>
                    <a:pt x="16988" y="24104"/>
                  </a:lnTo>
                  <a:lnTo>
                    <a:pt x="16938" y="24406"/>
                  </a:lnTo>
                  <a:lnTo>
                    <a:pt x="16912" y="24695"/>
                  </a:lnTo>
                  <a:lnTo>
                    <a:pt x="16900" y="24985"/>
                  </a:lnTo>
                  <a:lnTo>
                    <a:pt x="16887" y="25249"/>
                  </a:lnTo>
                  <a:lnTo>
                    <a:pt x="16887" y="25513"/>
                  </a:lnTo>
                  <a:lnTo>
                    <a:pt x="16912" y="25877"/>
                  </a:lnTo>
                  <a:lnTo>
                    <a:pt x="16975" y="26217"/>
                  </a:lnTo>
                  <a:lnTo>
                    <a:pt x="17013" y="26380"/>
                  </a:lnTo>
                  <a:lnTo>
                    <a:pt x="17051" y="26531"/>
                  </a:lnTo>
                  <a:lnTo>
                    <a:pt x="17101" y="26682"/>
                  </a:lnTo>
                  <a:lnTo>
                    <a:pt x="17151" y="26820"/>
                  </a:lnTo>
                  <a:lnTo>
                    <a:pt x="17214" y="26959"/>
                  </a:lnTo>
                  <a:lnTo>
                    <a:pt x="17290" y="27097"/>
                  </a:lnTo>
                  <a:lnTo>
                    <a:pt x="17352" y="27210"/>
                  </a:lnTo>
                  <a:lnTo>
                    <a:pt x="17441" y="27336"/>
                  </a:lnTo>
                  <a:lnTo>
                    <a:pt x="17516" y="27449"/>
                  </a:lnTo>
                  <a:lnTo>
                    <a:pt x="17604" y="27550"/>
                  </a:lnTo>
                  <a:lnTo>
                    <a:pt x="17705" y="27650"/>
                  </a:lnTo>
                  <a:lnTo>
                    <a:pt x="17805" y="27738"/>
                  </a:lnTo>
                  <a:lnTo>
                    <a:pt x="17906" y="27826"/>
                  </a:lnTo>
                  <a:lnTo>
                    <a:pt x="18019" y="27914"/>
                  </a:lnTo>
                  <a:lnTo>
                    <a:pt x="18245" y="28052"/>
                  </a:lnTo>
                  <a:lnTo>
                    <a:pt x="18509" y="28178"/>
                  </a:lnTo>
                  <a:lnTo>
                    <a:pt x="18773" y="28279"/>
                  </a:lnTo>
                  <a:lnTo>
                    <a:pt x="19063" y="28354"/>
                  </a:lnTo>
                  <a:lnTo>
                    <a:pt x="19364" y="28405"/>
                  </a:lnTo>
                  <a:lnTo>
                    <a:pt x="19691" y="28430"/>
                  </a:lnTo>
                  <a:lnTo>
                    <a:pt x="20018" y="28442"/>
                  </a:lnTo>
                  <a:lnTo>
                    <a:pt x="20345" y="28430"/>
                  </a:lnTo>
                  <a:lnTo>
                    <a:pt x="20647" y="28405"/>
                  </a:lnTo>
                  <a:lnTo>
                    <a:pt x="20961" y="28354"/>
                  </a:lnTo>
                  <a:lnTo>
                    <a:pt x="21263" y="28291"/>
                  </a:lnTo>
                  <a:lnTo>
                    <a:pt x="21552" y="28203"/>
                  </a:lnTo>
                  <a:lnTo>
                    <a:pt x="21854" y="28090"/>
                  </a:lnTo>
                  <a:lnTo>
                    <a:pt x="22131" y="27977"/>
                  </a:lnTo>
                  <a:lnTo>
                    <a:pt x="22420" y="27839"/>
                  </a:lnTo>
                  <a:lnTo>
                    <a:pt x="22696" y="27688"/>
                  </a:lnTo>
                  <a:lnTo>
                    <a:pt x="22973" y="27512"/>
                  </a:lnTo>
                  <a:lnTo>
                    <a:pt x="23237" y="27336"/>
                  </a:lnTo>
                  <a:lnTo>
                    <a:pt x="23501" y="27135"/>
                  </a:lnTo>
                  <a:lnTo>
                    <a:pt x="23765" y="26933"/>
                  </a:lnTo>
                  <a:lnTo>
                    <a:pt x="24017" y="26707"/>
                  </a:lnTo>
                  <a:lnTo>
                    <a:pt x="24268" y="26468"/>
                  </a:lnTo>
                  <a:lnTo>
                    <a:pt x="24520" y="26229"/>
                  </a:lnTo>
                  <a:lnTo>
                    <a:pt x="24771" y="25978"/>
                  </a:lnTo>
                  <a:lnTo>
                    <a:pt x="25010" y="25714"/>
                  </a:lnTo>
                  <a:lnTo>
                    <a:pt x="25249" y="25437"/>
                  </a:lnTo>
                  <a:lnTo>
                    <a:pt x="25475" y="25161"/>
                  </a:lnTo>
                  <a:lnTo>
                    <a:pt x="25940" y="24582"/>
                  </a:lnTo>
                  <a:lnTo>
                    <a:pt x="26393" y="23966"/>
                  </a:lnTo>
                  <a:lnTo>
                    <a:pt x="26821" y="23337"/>
                  </a:lnTo>
                  <a:lnTo>
                    <a:pt x="27248" y="22696"/>
                  </a:lnTo>
                  <a:lnTo>
                    <a:pt x="27676" y="22055"/>
                  </a:lnTo>
                  <a:lnTo>
                    <a:pt x="28078" y="21388"/>
                  </a:lnTo>
                  <a:lnTo>
                    <a:pt x="27449" y="20244"/>
                  </a:lnTo>
                  <a:lnTo>
                    <a:pt x="27072" y="20848"/>
                  </a:lnTo>
                  <a:lnTo>
                    <a:pt x="26594" y="21539"/>
                  </a:lnTo>
                  <a:lnTo>
                    <a:pt x="26330" y="21904"/>
                  </a:lnTo>
                  <a:lnTo>
                    <a:pt x="26054" y="22281"/>
                  </a:lnTo>
                  <a:lnTo>
                    <a:pt x="25764" y="22646"/>
                  </a:lnTo>
                  <a:lnTo>
                    <a:pt x="25463" y="23010"/>
                  </a:lnTo>
                  <a:lnTo>
                    <a:pt x="25161" y="23350"/>
                  </a:lnTo>
                  <a:lnTo>
                    <a:pt x="24846" y="23677"/>
                  </a:lnTo>
                  <a:lnTo>
                    <a:pt x="24520" y="23966"/>
                  </a:lnTo>
                  <a:lnTo>
                    <a:pt x="24369" y="24092"/>
                  </a:lnTo>
                  <a:lnTo>
                    <a:pt x="24205" y="24218"/>
                  </a:lnTo>
                  <a:lnTo>
                    <a:pt x="24042" y="24331"/>
                  </a:lnTo>
                  <a:lnTo>
                    <a:pt x="23878" y="24431"/>
                  </a:lnTo>
                  <a:lnTo>
                    <a:pt x="23727" y="24519"/>
                  </a:lnTo>
                  <a:lnTo>
                    <a:pt x="23564" y="24582"/>
                  </a:lnTo>
                  <a:lnTo>
                    <a:pt x="23413" y="24645"/>
                  </a:lnTo>
                  <a:lnTo>
                    <a:pt x="23250" y="24683"/>
                  </a:lnTo>
                  <a:lnTo>
                    <a:pt x="23099" y="24708"/>
                  </a:lnTo>
                  <a:lnTo>
                    <a:pt x="22948" y="24720"/>
                  </a:lnTo>
                  <a:lnTo>
                    <a:pt x="22860" y="24720"/>
                  </a:lnTo>
                  <a:lnTo>
                    <a:pt x="22759" y="24708"/>
                  </a:lnTo>
                  <a:lnTo>
                    <a:pt x="22671" y="24683"/>
                  </a:lnTo>
                  <a:lnTo>
                    <a:pt x="22583" y="24658"/>
                  </a:lnTo>
                  <a:lnTo>
                    <a:pt x="22495" y="24620"/>
                  </a:lnTo>
                  <a:lnTo>
                    <a:pt x="22420" y="24570"/>
                  </a:lnTo>
                  <a:lnTo>
                    <a:pt x="22344" y="24507"/>
                  </a:lnTo>
                  <a:lnTo>
                    <a:pt x="22269" y="24444"/>
                  </a:lnTo>
                  <a:lnTo>
                    <a:pt x="22206" y="24368"/>
                  </a:lnTo>
                  <a:lnTo>
                    <a:pt x="22143" y="24280"/>
                  </a:lnTo>
                  <a:lnTo>
                    <a:pt x="22093" y="24192"/>
                  </a:lnTo>
                  <a:lnTo>
                    <a:pt x="22042" y="24079"/>
                  </a:lnTo>
                  <a:lnTo>
                    <a:pt x="22005" y="23966"/>
                  </a:lnTo>
                  <a:lnTo>
                    <a:pt x="21980" y="23828"/>
                  </a:lnTo>
                  <a:lnTo>
                    <a:pt x="21954" y="23689"/>
                  </a:lnTo>
                  <a:lnTo>
                    <a:pt x="21954" y="23539"/>
                  </a:lnTo>
                  <a:lnTo>
                    <a:pt x="21942" y="23325"/>
                  </a:lnTo>
                  <a:lnTo>
                    <a:pt x="21954" y="23111"/>
                  </a:lnTo>
                  <a:lnTo>
                    <a:pt x="21967" y="22872"/>
                  </a:lnTo>
                  <a:lnTo>
                    <a:pt x="22005" y="22646"/>
                  </a:lnTo>
                  <a:lnTo>
                    <a:pt x="22080" y="22155"/>
                  </a:lnTo>
                  <a:lnTo>
                    <a:pt x="22181" y="21640"/>
                  </a:lnTo>
                  <a:lnTo>
                    <a:pt x="22294" y="21137"/>
                  </a:lnTo>
                  <a:lnTo>
                    <a:pt x="22420" y="20647"/>
                  </a:lnTo>
                  <a:lnTo>
                    <a:pt x="22671" y="19766"/>
                  </a:lnTo>
                  <a:lnTo>
                    <a:pt x="25651" y="8915"/>
                  </a:lnTo>
                  <a:lnTo>
                    <a:pt x="25928" y="7834"/>
                  </a:lnTo>
                  <a:lnTo>
                    <a:pt x="26167" y="6866"/>
                  </a:lnTo>
                  <a:lnTo>
                    <a:pt x="26368" y="5986"/>
                  </a:lnTo>
                  <a:lnTo>
                    <a:pt x="26531" y="5206"/>
                  </a:lnTo>
                  <a:lnTo>
                    <a:pt x="26657" y="4515"/>
                  </a:lnTo>
                  <a:lnTo>
                    <a:pt x="26745" y="3911"/>
                  </a:lnTo>
                  <a:lnTo>
                    <a:pt x="26795" y="3396"/>
                  </a:lnTo>
                  <a:lnTo>
                    <a:pt x="26808" y="3182"/>
                  </a:lnTo>
                  <a:lnTo>
                    <a:pt x="26808" y="2981"/>
                  </a:lnTo>
                  <a:lnTo>
                    <a:pt x="26783" y="2603"/>
                  </a:lnTo>
                  <a:lnTo>
                    <a:pt x="26732" y="2264"/>
                  </a:lnTo>
                  <a:lnTo>
                    <a:pt x="26657" y="1950"/>
                  </a:lnTo>
                  <a:lnTo>
                    <a:pt x="26607" y="1799"/>
                  </a:lnTo>
                  <a:lnTo>
                    <a:pt x="26556" y="1660"/>
                  </a:lnTo>
                  <a:lnTo>
                    <a:pt x="26494" y="1522"/>
                  </a:lnTo>
                  <a:lnTo>
                    <a:pt x="26431" y="1384"/>
                  </a:lnTo>
                  <a:lnTo>
                    <a:pt x="26355" y="1258"/>
                  </a:lnTo>
                  <a:lnTo>
                    <a:pt x="26280" y="1145"/>
                  </a:lnTo>
                  <a:lnTo>
                    <a:pt x="26204" y="1032"/>
                  </a:lnTo>
                  <a:lnTo>
                    <a:pt x="26116" y="919"/>
                  </a:lnTo>
                  <a:lnTo>
                    <a:pt x="26028" y="818"/>
                  </a:lnTo>
                  <a:lnTo>
                    <a:pt x="25928" y="730"/>
                  </a:lnTo>
                  <a:lnTo>
                    <a:pt x="25827" y="642"/>
                  </a:lnTo>
                  <a:lnTo>
                    <a:pt x="25714" y="554"/>
                  </a:lnTo>
                  <a:lnTo>
                    <a:pt x="25601" y="479"/>
                  </a:lnTo>
                  <a:lnTo>
                    <a:pt x="25488" y="403"/>
                  </a:lnTo>
                  <a:lnTo>
                    <a:pt x="25236" y="277"/>
                  </a:lnTo>
                  <a:lnTo>
                    <a:pt x="24972" y="177"/>
                  </a:lnTo>
                  <a:lnTo>
                    <a:pt x="24696" y="101"/>
                  </a:lnTo>
                  <a:lnTo>
                    <a:pt x="24394" y="51"/>
                  </a:lnTo>
                  <a:lnTo>
                    <a:pt x="24079" y="13"/>
                  </a:lnTo>
                  <a:lnTo>
                    <a:pt x="23740" y="1"/>
                  </a:lnTo>
                  <a:lnTo>
                    <a:pt x="23451" y="13"/>
                  </a:lnTo>
                  <a:lnTo>
                    <a:pt x="23149" y="26"/>
                  </a:lnTo>
                  <a:lnTo>
                    <a:pt x="22847" y="64"/>
                  </a:lnTo>
                  <a:lnTo>
                    <a:pt x="22533" y="114"/>
                  </a:lnTo>
                  <a:lnTo>
                    <a:pt x="22219" y="189"/>
                  </a:lnTo>
                  <a:lnTo>
                    <a:pt x="21879" y="277"/>
                  </a:lnTo>
                  <a:lnTo>
                    <a:pt x="21540" y="378"/>
                  </a:lnTo>
                  <a:lnTo>
                    <a:pt x="21187" y="504"/>
                  </a:lnTo>
                  <a:lnTo>
                    <a:pt x="20835" y="655"/>
                  </a:lnTo>
                  <a:lnTo>
                    <a:pt x="20458" y="831"/>
                  </a:lnTo>
                  <a:lnTo>
                    <a:pt x="20068" y="1019"/>
                  </a:lnTo>
                  <a:lnTo>
                    <a:pt x="19679" y="1233"/>
                  </a:lnTo>
                  <a:lnTo>
                    <a:pt x="19264" y="1484"/>
                  </a:lnTo>
                  <a:lnTo>
                    <a:pt x="18836" y="1748"/>
                  </a:lnTo>
                  <a:lnTo>
                    <a:pt x="18396" y="2038"/>
                  </a:lnTo>
                  <a:lnTo>
                    <a:pt x="17931" y="2365"/>
                  </a:lnTo>
                  <a:lnTo>
                    <a:pt x="17453" y="2717"/>
                  </a:lnTo>
                  <a:lnTo>
                    <a:pt x="16963" y="3106"/>
                  </a:lnTo>
                  <a:lnTo>
                    <a:pt x="16460" y="3521"/>
                  </a:lnTo>
                  <a:lnTo>
                    <a:pt x="15932" y="3961"/>
                  </a:lnTo>
                  <a:lnTo>
                    <a:pt x="15391" y="4439"/>
                  </a:lnTo>
                  <a:lnTo>
                    <a:pt x="14825" y="4955"/>
                  </a:lnTo>
                  <a:lnTo>
                    <a:pt x="14234" y="5508"/>
                  </a:lnTo>
                  <a:lnTo>
                    <a:pt x="13631" y="6086"/>
                  </a:lnTo>
                  <a:lnTo>
                    <a:pt x="13002" y="6715"/>
                  </a:lnTo>
                  <a:lnTo>
                    <a:pt x="12348" y="7369"/>
                  </a:lnTo>
                  <a:lnTo>
                    <a:pt x="11682" y="8073"/>
                  </a:lnTo>
                  <a:lnTo>
                    <a:pt x="10978" y="8815"/>
                  </a:lnTo>
                  <a:lnTo>
                    <a:pt x="10261" y="9594"/>
                  </a:lnTo>
                  <a:lnTo>
                    <a:pt x="9519" y="10412"/>
                  </a:lnTo>
                  <a:lnTo>
                    <a:pt x="8740" y="11279"/>
                  </a:lnTo>
                  <a:lnTo>
                    <a:pt x="7947" y="12185"/>
                  </a:lnTo>
                  <a:lnTo>
                    <a:pt x="7822" y="12185"/>
                  </a:lnTo>
                  <a:lnTo>
                    <a:pt x="8916" y="7331"/>
                  </a:lnTo>
                  <a:lnTo>
                    <a:pt x="9356" y="5345"/>
                  </a:lnTo>
                  <a:lnTo>
                    <a:pt x="9783" y="3396"/>
                  </a:lnTo>
                  <a:lnTo>
                    <a:pt x="10009" y="2465"/>
                  </a:lnTo>
                  <a:lnTo>
                    <a:pt x="10223" y="1585"/>
                  </a:lnTo>
                  <a:lnTo>
                    <a:pt x="10424" y="755"/>
                  </a:lnTo>
                  <a:lnTo>
                    <a:pt x="10638" y="1"/>
                  </a:lnTo>
                  <a:close/>
                </a:path>
              </a:pathLst>
            </a:custGeom>
            <a:solidFill>
              <a:srgbClr val="013D5B"/>
            </a:solidFill>
            <a:ln>
              <a:noFill/>
            </a:ln>
          </p:spPr>
          <p:txBody>
            <a:bodyPr anchorCtr="0" anchor="ctr" bIns="88875" lIns="88875" spcFirstLastPara="1" rIns="88875" wrap="square" tIns="88875">
              <a:noAutofit/>
            </a:bodyPr>
            <a:lstStyle/>
            <a:p>
              <a:pPr indent="0" lvl="0" marL="0" rtl="0" algn="l">
                <a:spcBef>
                  <a:spcPts val="0"/>
                </a:spcBef>
                <a:spcAft>
                  <a:spcPts val="0"/>
                </a:spcAft>
                <a:buNone/>
              </a:pPr>
              <a:r>
                <a:t/>
              </a:r>
              <a:endParaRPr/>
            </a:p>
          </p:txBody>
        </p:sp>
      </p:grpSp>
      <p:sp>
        <p:nvSpPr>
          <p:cNvPr id="53" name="Google Shape;53;p9"/>
          <p:cNvSpPr/>
          <p:nvPr/>
        </p:nvSpPr>
        <p:spPr>
          <a:xfrm>
            <a:off x="5386438" y="1616344"/>
            <a:ext cx="25200" cy="1910700"/>
          </a:xfrm>
          <a:prstGeom prst="rect">
            <a:avLst/>
          </a:prstGeom>
          <a:solidFill>
            <a:srgbClr val="013D5B"/>
          </a:solidFill>
          <a:ln>
            <a:noFill/>
          </a:ln>
        </p:spPr>
        <p:txBody>
          <a:bodyPr anchorCtr="0" anchor="ctr" bIns="133325" lIns="133325" spcFirstLastPara="1" rIns="133325" wrap="square" tIns="1333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628650" y="1160396"/>
            <a:ext cx="7886700" cy="3263400"/>
          </a:xfrm>
          <a:prstGeom prst="rect">
            <a:avLst/>
          </a:prstGeom>
          <a:noFill/>
          <a:ln>
            <a:noFill/>
          </a:ln>
        </p:spPr>
        <p:txBody>
          <a:bodyPr anchorCtr="0" anchor="t" bIns="34275" lIns="68575" spcFirstLastPara="1" rIns="68575" wrap="square" tIns="34275">
            <a:noAutofit/>
          </a:bodyPr>
          <a:lstStyle>
            <a:lvl1pPr indent="-323850" lvl="0" marL="457200" marR="0" algn="l">
              <a:lnSpc>
                <a:spcPct val="100000"/>
              </a:lnSpc>
              <a:spcBef>
                <a:spcPts val="5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1pPr>
            <a:lvl2pPr indent="-323850" lvl="1" marL="914400" marR="0" algn="l">
              <a:lnSpc>
                <a:spcPct val="100000"/>
              </a:lnSpc>
              <a:spcBef>
                <a:spcPts val="5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2pPr>
            <a:lvl3pPr indent="-323850" lvl="2" marL="1371600" marR="0" algn="l">
              <a:lnSpc>
                <a:spcPct val="100000"/>
              </a:lnSpc>
              <a:spcBef>
                <a:spcPts val="5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23850" lvl="3" marL="1828800" marR="0" algn="l">
              <a:lnSpc>
                <a:spcPct val="100000"/>
              </a:lnSpc>
              <a:spcBef>
                <a:spcPts val="5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4pPr>
            <a:lvl5pPr indent="-323850" lvl="4" marL="2286000" marR="0" algn="l">
              <a:lnSpc>
                <a:spcPct val="100000"/>
              </a:lnSpc>
              <a:spcBef>
                <a:spcPts val="5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5pPr>
            <a:lvl6pPr indent="-323850" lvl="5" marL="2743200" marR="0" algn="l">
              <a:lnSpc>
                <a:spcPct val="100000"/>
              </a:lnSpc>
              <a:spcBef>
                <a:spcPts val="5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algn="l">
              <a:lnSpc>
                <a:spcPct val="100000"/>
              </a:lnSpc>
              <a:spcBef>
                <a:spcPts val="5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algn="l">
              <a:lnSpc>
                <a:spcPct val="100000"/>
              </a:lnSpc>
              <a:spcBef>
                <a:spcPts val="5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algn="l">
              <a:lnSpc>
                <a:spcPct val="100000"/>
              </a:lnSpc>
              <a:spcBef>
                <a:spcPts val="500"/>
              </a:spcBef>
              <a:spcAft>
                <a:spcPts val="50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 name="Google Shape;7;p1"/>
          <p:cNvSpPr txBox="1"/>
          <p:nvPr>
            <p:ph type="title"/>
          </p:nvPr>
        </p:nvSpPr>
        <p:spPr>
          <a:xfrm>
            <a:off x="0" y="1"/>
            <a:ext cx="9144000" cy="504900"/>
          </a:xfrm>
          <a:prstGeom prst="rect">
            <a:avLst/>
          </a:prstGeom>
          <a:noFill/>
          <a:ln>
            <a:noFill/>
          </a:ln>
        </p:spPr>
        <p:txBody>
          <a:bodyPr anchorCtr="0" anchor="t" bIns="34275" lIns="68575" spcFirstLastPara="1" rIns="68575" wrap="square" tIns="34275">
            <a:noAutofit/>
          </a:bodyPr>
          <a:lstStyle>
            <a:lvl1pPr lvl="0" marR="0" algn="l">
              <a:lnSpc>
                <a:spcPct val="100000"/>
              </a:lnSpc>
              <a:spcBef>
                <a:spcPts val="0"/>
              </a:spcBef>
              <a:spcAft>
                <a:spcPts val="0"/>
              </a:spcAft>
              <a:buClr>
                <a:schemeClr val="accent2"/>
              </a:buClr>
              <a:buSzPts val="1800"/>
              <a:buFont typeface="Arial"/>
              <a:buNone/>
              <a:defRPr b="1" i="0" sz="1800" u="none" cap="none" strike="noStrike">
                <a:solidFill>
                  <a:schemeClr val="accent2"/>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8" name="Google Shape;8;p1"/>
          <p:cNvSpPr txBox="1"/>
          <p:nvPr/>
        </p:nvSpPr>
        <p:spPr>
          <a:xfrm>
            <a:off x="7457149" y="4842691"/>
            <a:ext cx="1614900" cy="230700"/>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fld id="{00000000-1234-1234-1234-123412341234}" type="slidenum">
              <a:rPr b="0" i="0" lang="en" sz="1100" u="none" cap="none" strike="noStrike">
                <a:solidFill>
                  <a:schemeClr val="dk1"/>
                </a:solidFill>
                <a:latin typeface="Arial"/>
                <a:ea typeface="Arial"/>
                <a:cs typeface="Arial"/>
                <a:sym typeface="Arial"/>
              </a:rPr>
              <a:t>‹#›</a:t>
            </a:fld>
            <a:endParaRPr b="0" i="0" sz="1100" u="none" cap="none" strike="noStrike">
              <a:solidFill>
                <a:schemeClr val="dk1"/>
              </a:solidFill>
              <a:latin typeface="Arial"/>
              <a:ea typeface="Arial"/>
              <a:cs typeface="Arial"/>
              <a:sym typeface="Arial"/>
            </a:endParaRPr>
          </a:p>
        </p:txBody>
      </p:sp>
      <p:sp>
        <p:nvSpPr>
          <p:cNvPr id="9" name="Google Shape;9;p1"/>
          <p:cNvSpPr txBox="1"/>
          <p:nvPr/>
        </p:nvSpPr>
        <p:spPr>
          <a:xfrm>
            <a:off x="3314948" y="4979505"/>
            <a:ext cx="2514000" cy="164100"/>
          </a:xfrm>
          <a:prstGeom prst="rect">
            <a:avLst/>
          </a:prstGeom>
          <a:no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rPr b="1" lang="en" sz="600">
                <a:solidFill>
                  <a:srgbClr val="A5A5A5"/>
                </a:solidFill>
              </a:rPr>
              <a:t>CONFIDENTIAL</a:t>
            </a:r>
            <a:endParaRPr sz="11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0"/>
          <p:cNvSpPr txBox="1"/>
          <p:nvPr>
            <p:ph type="ctrTitle"/>
          </p:nvPr>
        </p:nvSpPr>
        <p:spPr>
          <a:xfrm>
            <a:off x="266700" y="2569577"/>
            <a:ext cx="8610600" cy="1661400"/>
          </a:xfrm>
          <a:prstGeom prst="rect">
            <a:avLst/>
          </a:prstGeom>
        </p:spPr>
        <p:txBody>
          <a:bodyPr anchorCtr="0" anchor="t" bIns="34275" lIns="68575" spcFirstLastPara="1" rIns="68575" wrap="square" tIns="34275">
            <a:noAutofit/>
          </a:bodyPr>
          <a:lstStyle/>
          <a:p>
            <a:pPr indent="0" lvl="0" marL="0" rtl="0" algn="ctr">
              <a:spcBef>
                <a:spcPts val="0"/>
              </a:spcBef>
              <a:spcAft>
                <a:spcPts val="0"/>
              </a:spcAft>
              <a:buClr>
                <a:schemeClr val="dk1"/>
              </a:buClr>
              <a:buSzPts val="1100"/>
              <a:buFont typeface="Arial"/>
              <a:buNone/>
            </a:pPr>
            <a:r>
              <a:rPr lang="en" sz="2000"/>
              <a:t>The Mythical Agent-Month</a:t>
            </a:r>
            <a:endParaRPr sz="2000"/>
          </a:p>
          <a:p>
            <a:pPr indent="0" lvl="0" marL="0" rtl="0" algn="l">
              <a:spcBef>
                <a:spcPts val="0"/>
              </a:spcBef>
              <a:spcAft>
                <a:spcPts val="0"/>
              </a:spcAft>
              <a:buNone/>
            </a:pPr>
            <a:r>
              <a:t/>
            </a:r>
            <a:endParaRPr/>
          </a:p>
        </p:txBody>
      </p:sp>
      <p:sp>
        <p:nvSpPr>
          <p:cNvPr id="59" name="Google Shape;59;p10"/>
          <p:cNvSpPr txBox="1"/>
          <p:nvPr>
            <p:ph idx="1" type="subTitle"/>
          </p:nvPr>
        </p:nvSpPr>
        <p:spPr>
          <a:xfrm>
            <a:off x="1" y="4400550"/>
            <a:ext cx="4200600" cy="742800"/>
          </a:xfrm>
          <a:prstGeom prst="rect">
            <a:avLst/>
          </a:prstGeom>
        </p:spPr>
        <p:txBody>
          <a:bodyPr anchorCtr="0" anchor="ctr" bIns="34275" lIns="68575" spcFirstLastPara="1" rIns="68575" wrap="square" tIns="34275">
            <a:noAutofit/>
          </a:bodyPr>
          <a:lstStyle/>
          <a:p>
            <a:pPr indent="0" lvl="0" marL="0" rtl="0" algn="l">
              <a:spcBef>
                <a:spcPts val="800"/>
              </a:spcBef>
              <a:spcAft>
                <a:spcPts val="500"/>
              </a:spcAft>
              <a:buNone/>
            </a:pPr>
            <a:r>
              <a:rPr b="1" lang="en"/>
              <a:t>Wes McKinney | February 2026</a:t>
            </a:r>
            <a:endParaRPr b="1"/>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1"/>
          <p:cNvSpPr txBox="1"/>
          <p:nvPr>
            <p:ph type="title"/>
          </p:nvPr>
        </p:nvSpPr>
        <p:spPr>
          <a:xfrm>
            <a:off x="0" y="1"/>
            <a:ext cx="9144000" cy="5049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a:t>Agents are the best tool ever built for accidental complexity</a:t>
            </a:r>
            <a:endParaRPr/>
          </a:p>
        </p:txBody>
      </p:sp>
      <p:sp>
        <p:nvSpPr>
          <p:cNvPr id="65" name="Google Shape;65;p11"/>
          <p:cNvSpPr txBox="1"/>
          <p:nvPr>
            <p:ph idx="1" type="body"/>
          </p:nvPr>
        </p:nvSpPr>
        <p:spPr>
          <a:xfrm>
            <a:off x="628650" y="1160396"/>
            <a:ext cx="7886700" cy="3263400"/>
          </a:xfrm>
          <a:prstGeom prst="rect">
            <a:avLst/>
          </a:prstGeom>
        </p:spPr>
        <p:txBody>
          <a:bodyPr anchorCtr="0" anchor="t" bIns="34275" lIns="68575" spcFirstLastPara="1" rIns="68575" wrap="square" tIns="34275">
            <a:noAutofit/>
          </a:bodyPr>
          <a:lstStyle/>
          <a:p>
            <a:pPr indent="0" lvl="0" marL="0" rtl="0" algn="l">
              <a:spcBef>
                <a:spcPts val="800"/>
              </a:spcBef>
              <a:spcAft>
                <a:spcPts val="400"/>
              </a:spcAft>
              <a:buNone/>
            </a:pPr>
            <a:r>
              <a:rPr b="1" lang="en" sz="1200"/>
              <a:t>Essential complexity</a:t>
            </a:r>
            <a:r>
              <a:rPr lang="en" sz="1200"/>
              <a:t xml:space="preserve"> is fundamental to the problem: make it any simpler and you fall short of the goal. </a:t>
            </a:r>
            <a:r>
              <a:rPr b="1" lang="en" sz="1200"/>
              <a:t>Accidental complexity</a:t>
            </a:r>
            <a:r>
              <a:rPr lang="en" sz="1200"/>
              <a:t xml:space="preserve"> is everything else imposed by our tools and processes.</a:t>
            </a:r>
          </a:p>
          <a:p>
            <a:pPr indent="0" lvl="0" marL="0" rtl="0" algn="l">
              <a:spcBef>
                <a:spcPts val="400"/>
              </a:spcBef>
              <a:spcAft>
                <a:spcPts val="400"/>
              </a:spcAft>
              <a:buNone/>
            </a:pPr>
            <a:r>
              <a:rPr lang="en" sz="1200"/>
              <a:t>Coding agents demolish accidental complexity—refactoring, writing tests, cleaning up boilerplate. McKinney no longer writes code by hand and ships extensively in Go, a language he has never hand-coded.</a:t>
            </a:r>
          </a:p>
          <a:p>
            <a:pPr indent="0" lvl="0" marL="0" rtl="0" algn="l">
              <a:spcBef>
                <a:spcPts val="400"/>
              </a:spcBef>
              <a:spcAft>
                <a:spcPts val="400"/>
              </a:spcAft>
              <a:buNone/>
            </a:pPr>
            <a:r>
              <a:rPr lang="en" sz="1200"/>
              <a:t xml:space="preserve">But agents can’t reliably tell the difference. LLMs are pattern matchers trained on open-source code; essential design problems often have no precedent to match against. Figuring out </a:t>
            </a:r>
            <a:r>
              <a:rPr b="1" i="1" lang="en" sz="1200"/>
              <a:t>what</a:t>
            </a:r>
            <a:r>
              <a:rPr lang="en" sz="1200"/>
              <a:t xml:space="preserve"> to build was the hard part long before LLMs, and a flawless coding agent doesn’t change that.</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txBox="1"/>
          <p:nvPr>
            <p:ph type="title"/>
          </p:nvPr>
        </p:nvSpPr>
        <p:spPr>
          <a:xfrm>
            <a:off x="0" y="1"/>
            <a:ext cx="9144000" cy="504900"/>
          </a:xfrm>
          <a:prstGeom prst="rect">
            <a:avLst/>
          </a:prstGeom>
        </p:spPr>
        <p:txBody>
          <a:bodyPr anchorCtr="0" anchor="t" bIns="25700" lIns="51450" spcFirstLastPara="1" rIns="51450" wrap="square" tIns="25700">
            <a:noAutofit/>
          </a:bodyPr>
          <a:lstStyle/>
          <a:p>
            <a:pPr indent="0" lvl="0" marL="0" rtl="0" algn="l">
              <a:spcBef>
                <a:spcPts val="0"/>
              </a:spcBef>
              <a:spcAft>
                <a:spcPts val="0"/>
              </a:spcAft>
              <a:buNone/>
            </a:pPr>
            <a:r>
              <a:rPr lang="en"/>
              <a:t>Brooks’s 1975 laws apply directly to AI coding agents</a:t>
            </a:r>
            <a:endParaRPr/>
          </a:p>
        </p:txBody>
      </p:sp>
      <p:sp>
        <p:nvSpPr>
          <p:cNvPr id="71" name="Google Shape;71;p12"/>
          <p:cNvSpPr/>
          <p:nvPr/>
        </p:nvSpPr>
        <p:spPr>
          <a:xfrm>
            <a:off x="523875" y="1326700"/>
            <a:ext cx="2189700" cy="700800"/>
          </a:xfrm>
          <a:prstGeom prst="rect">
            <a:avLst/>
          </a:prstGeom>
          <a:solidFill>
            <a:srgbClr val="003A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rPr>
              <a:t>More agents won’t fix a late project</a:t>
            </a:r>
            <a:endParaRPr b="1" sz="1100">
              <a:solidFill>
                <a:schemeClr val="lt1"/>
              </a:solidFill>
            </a:endParaRPr>
          </a:p>
        </p:txBody>
      </p:sp>
      <p:sp>
        <p:nvSpPr>
          <p:cNvPr id="72" name="Google Shape;72;p12"/>
          <p:cNvSpPr/>
          <p:nvPr/>
        </p:nvSpPr>
        <p:spPr>
          <a:xfrm>
            <a:off x="3415893" y="1326700"/>
            <a:ext cx="2189700" cy="700800"/>
          </a:xfrm>
          <a:prstGeom prst="rect">
            <a:avLst/>
          </a:prstGeom>
          <a:solidFill>
            <a:srgbClr val="003A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rPr>
              <a:t>Small elite teams still outperform large ones</a:t>
            </a:r>
            <a:endParaRPr b="1" sz="1100">
              <a:solidFill>
                <a:schemeClr val="lt1"/>
              </a:solidFill>
            </a:endParaRPr>
          </a:p>
        </p:txBody>
      </p:sp>
      <p:sp>
        <p:nvSpPr>
          <p:cNvPr id="73" name="Google Shape;73;p12"/>
          <p:cNvSpPr/>
          <p:nvPr/>
        </p:nvSpPr>
        <p:spPr>
          <a:xfrm>
            <a:off x="6307911" y="1326700"/>
            <a:ext cx="2189700" cy="700800"/>
          </a:xfrm>
          <a:prstGeom prst="rect">
            <a:avLst/>
          </a:prstGeom>
          <a:solidFill>
            <a:srgbClr val="003A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rPr>
              <a:t>The “tar pit” is now agentic</a:t>
            </a:r>
            <a:endParaRPr b="1" sz="1100">
              <a:solidFill>
                <a:schemeClr val="lt1"/>
              </a:solidFill>
            </a:endParaRPr>
          </a:p>
        </p:txBody>
      </p:sp>
      <p:sp>
        <p:nvSpPr>
          <p:cNvPr id="74" name="Google Shape;74;p12"/>
          <p:cNvSpPr/>
          <p:nvPr/>
        </p:nvSpPr>
        <p:spPr>
          <a:xfrm>
            <a:off x="523875" y="2183950"/>
            <a:ext cx="2189700" cy="76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sz="900">
                <a:solidFill>
                  <a:schemeClr val="dk1"/>
                </a:solidFill>
              </a:rPr>
              <a:t>Brooks’s Law: coordination costs change shape but don’t disappear</a:t>
            </a:r>
            <a:endParaRPr b="1" i="1" sz="900"/>
          </a:p>
        </p:txBody>
      </p:sp>
      <p:sp>
        <p:nvSpPr>
          <p:cNvPr id="75" name="Google Shape;75;p12"/>
          <p:cNvSpPr/>
          <p:nvPr/>
        </p:nvSpPr>
        <p:spPr>
          <a:xfrm>
            <a:off x="3415900" y="2183950"/>
            <a:ext cx="2189700" cy="76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sz="900">
                <a:solidFill>
                  <a:schemeClr val="dk1"/>
                </a:solidFill>
              </a:rPr>
              <a:t>One human’s conceptual integrity beats a swarm of agent sessions</a:t>
            </a:r>
            <a:endParaRPr b="1" i="1" sz="900"/>
          </a:p>
        </p:txBody>
      </p:sp>
      <p:sp>
        <p:nvSpPr>
          <p:cNvPr id="76" name="Google Shape;76;p12"/>
          <p:cNvSpPr/>
          <p:nvPr/>
        </p:nvSpPr>
        <p:spPr>
          <a:xfrm>
            <a:off x="6307925" y="2183950"/>
            <a:ext cx="2189700" cy="76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i="1" lang="en" sz="900">
                <a:solidFill>
                  <a:schemeClr val="dk1"/>
                </a:solidFill>
              </a:rPr>
              <a:t>Parallel sessions fight bloat generated by their virtual colleagues</a:t>
            </a:r>
            <a:endParaRPr b="1" i="1" sz="900">
              <a:solidFill>
                <a:schemeClr val="dk1"/>
              </a:solidFill>
            </a:endParaRPr>
          </a:p>
          <a:p>
            <a:pPr indent="0" lvl="0" marL="0" rtl="0" algn="l">
              <a:spcBef>
                <a:spcPts val="0"/>
              </a:spcBef>
              <a:spcAft>
                <a:spcPts val="0"/>
              </a:spcAft>
              <a:buNone/>
            </a:pPr>
            <a:r>
              <a:t/>
            </a:r>
            <a:endParaRPr b="1" i="1" sz="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3"/>
          <p:cNvSpPr txBox="1"/>
          <p:nvPr>
            <p:ph type="title"/>
          </p:nvPr>
        </p:nvSpPr>
        <p:spPr>
          <a:xfrm>
            <a:off x="0" y="1"/>
            <a:ext cx="9144000" cy="5049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a:t>These failure modes are already showing up in real projects</a:t>
            </a:r>
            <a:endParaRPr/>
          </a:p>
        </p:txBody>
      </p:sp>
      <p:sp>
        <p:nvSpPr>
          <p:cNvPr id="82" name="Google Shape;82;p13"/>
          <p:cNvSpPr/>
          <p:nvPr/>
        </p:nvSpPr>
        <p:spPr>
          <a:xfrm>
            <a:off x="458736" y="1379484"/>
            <a:ext cx="1959300" cy="6867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rPr>
              <a:t>Scope creep</a:t>
            </a:r>
            <a:endParaRPr b="1" sz="1200">
              <a:solidFill>
                <a:schemeClr val="lt1"/>
              </a:solidFill>
            </a:endParaRPr>
          </a:p>
        </p:txBody>
      </p:sp>
      <p:sp>
        <p:nvSpPr>
          <p:cNvPr id="83" name="Google Shape;83;p13"/>
          <p:cNvSpPr/>
          <p:nvPr/>
        </p:nvSpPr>
        <p:spPr>
          <a:xfrm>
            <a:off x="458736" y="2261033"/>
            <a:ext cx="1959300" cy="6867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rPr>
              <a:t>Brownfield barrier</a:t>
            </a:r>
            <a:endParaRPr b="1" sz="1200">
              <a:solidFill>
                <a:schemeClr val="lt1"/>
              </a:solidFill>
            </a:endParaRPr>
          </a:p>
        </p:txBody>
      </p:sp>
      <p:sp>
        <p:nvSpPr>
          <p:cNvPr id="84" name="Google Shape;84;p13"/>
          <p:cNvSpPr/>
          <p:nvPr/>
        </p:nvSpPr>
        <p:spPr>
          <a:xfrm>
            <a:off x="458736" y="3142581"/>
            <a:ext cx="1959300" cy="6867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rPr>
              <a:t>The 1/9th problem</a:t>
            </a:r>
            <a:endParaRPr b="1" sz="1200">
              <a:solidFill>
                <a:schemeClr val="lt1"/>
              </a:solidFill>
            </a:endParaRPr>
          </a:p>
        </p:txBody>
      </p:sp>
      <p:sp>
        <p:nvSpPr>
          <p:cNvPr id="85" name="Google Shape;85;p13"/>
          <p:cNvSpPr/>
          <p:nvPr/>
        </p:nvSpPr>
        <p:spPr>
          <a:xfrm>
            <a:off x="458736" y="4024130"/>
            <a:ext cx="1959300" cy="6867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lt1"/>
                </a:solidFill>
              </a:rPr>
              <a:t>Agent coordination</a:t>
            </a:r>
            <a:endParaRPr b="1" sz="1200">
              <a:solidFill>
                <a:schemeClr val="lt1"/>
              </a:solidFill>
            </a:endParaRPr>
          </a:p>
        </p:txBody>
      </p:sp>
      <p:sp>
        <p:nvSpPr>
          <p:cNvPr id="86" name="Google Shape;86;p13"/>
          <p:cNvSpPr/>
          <p:nvPr/>
        </p:nvSpPr>
        <p:spPr>
          <a:xfrm>
            <a:off x="2529050" y="1357593"/>
            <a:ext cx="6251400" cy="686700"/>
          </a:xfrm>
          <a:prstGeom prst="rect">
            <a:avLst/>
          </a:prstGeom>
          <a:noFill/>
          <a:ln>
            <a:noFill/>
          </a:ln>
        </p:spPr>
        <p:txBody>
          <a:bodyPr anchorCtr="0" anchor="ctr" bIns="91425" lIns="91425" spcFirstLastPara="1" rIns="91425" wrap="square" tIns="91425">
            <a:noAutofit/>
          </a:bodyPr>
          <a:lstStyle/>
          <a:p>
            <a:pPr indent="-161290" lvl="0" marL="182880" rtl="0" algn="l">
              <a:spcBef>
                <a:spcPts val="0"/>
              </a:spcBef>
              <a:spcAft>
                <a:spcPts val="0"/>
              </a:spcAft>
              <a:buSzPts val="1100"/>
              <a:buChar char="●"/>
            </a:pPr>
            <a:r>
              <a:rPr b="1" lang="en" sz="1100"/>
              <a:t>Open source drowning in 3,000-line agent-generated PRs</a:t>
            </a:r>
            <a:endParaRPr b="1" sz="1100"/>
          </a:p>
          <a:p>
            <a:pPr indent="-161290" lvl="0" marL="182880" rtl="0" algn="l">
              <a:spcBef>
                <a:spcPts val="0"/>
              </a:spcBef>
              <a:spcAft>
                <a:spcPts val="0"/>
              </a:spcAft>
              <a:buSzPts val="1100"/>
              <a:buChar char="●"/>
            </a:pPr>
            <a:r>
              <a:rPr b="1" lang="en" sz="1100"/>
              <a:t>Nobody involved is truly accountable for the design decisions</a:t>
            </a:r>
            <a:endParaRPr b="1" sz="1100"/>
          </a:p>
        </p:txBody>
      </p:sp>
      <p:sp>
        <p:nvSpPr>
          <p:cNvPr id="87" name="Google Shape;87;p13"/>
          <p:cNvSpPr/>
          <p:nvPr/>
        </p:nvSpPr>
        <p:spPr>
          <a:xfrm>
            <a:off x="2529050" y="2261043"/>
            <a:ext cx="6251400" cy="686700"/>
          </a:xfrm>
          <a:prstGeom prst="rect">
            <a:avLst/>
          </a:prstGeom>
          <a:noFill/>
          <a:ln>
            <a:noFill/>
          </a:ln>
        </p:spPr>
        <p:txBody>
          <a:bodyPr anchorCtr="0" anchor="ctr" bIns="91425" lIns="91425" spcFirstLastPara="1" rIns="91425" wrap="square" tIns="91425">
            <a:noAutofit/>
          </a:bodyPr>
          <a:lstStyle/>
          <a:p>
            <a:pPr indent="-161290" lvl="0" marL="182880" rtl="0" algn="l">
              <a:spcBef>
                <a:spcPts val="0"/>
              </a:spcBef>
              <a:spcAft>
                <a:spcPts val="0"/>
              </a:spcAft>
              <a:buSzPts val="1100"/>
              <a:buChar char="●"/>
            </a:pPr>
            <a:r>
              <a:rPr b="1" lang="en" sz="1100"/>
              <a:t>roborev and msgvault hitting ceilings around 100K LOC</a:t>
            </a:r>
            <a:endParaRPr b="1" sz="1100"/>
          </a:p>
          <a:p>
            <a:pPr indent="-161290" lvl="0" marL="182880" rtl="0" algn="l">
              <a:spcBef>
                <a:spcPts val="0"/>
              </a:spcBef>
              <a:spcAft>
                <a:spcPts val="0"/>
              </a:spcAft>
              <a:buSzPts val="1100"/>
              <a:buChar char="●"/>
            </a:pPr>
            <a:r>
              <a:rPr b="1" lang="en" sz="1100"/>
              <a:t>Positron (1M+ lines) shows agents struggle at real scale</a:t>
            </a:r>
            <a:endParaRPr b="1" sz="1100"/>
          </a:p>
        </p:txBody>
      </p:sp>
      <p:sp>
        <p:nvSpPr>
          <p:cNvPr id="88" name="Google Shape;88;p13"/>
          <p:cNvSpPr/>
          <p:nvPr/>
        </p:nvSpPr>
        <p:spPr>
          <a:xfrm>
            <a:off x="2529050" y="3164493"/>
            <a:ext cx="6251400" cy="686700"/>
          </a:xfrm>
          <a:prstGeom prst="rect">
            <a:avLst/>
          </a:prstGeom>
          <a:noFill/>
          <a:ln>
            <a:noFill/>
          </a:ln>
        </p:spPr>
        <p:txBody>
          <a:bodyPr anchorCtr="0" anchor="ctr" bIns="91425" lIns="91425" spcFirstLastPara="1" rIns="91425" wrap="square" tIns="91425">
            <a:noAutofit/>
          </a:bodyPr>
          <a:lstStyle/>
          <a:p>
            <a:pPr indent="-161290" lvl="0" marL="182880" rtl="0" algn="l">
              <a:spcBef>
                <a:spcPts val="0"/>
              </a:spcBef>
              <a:spcAft>
                <a:spcPts val="0"/>
              </a:spcAft>
              <a:buSzPts val="1100"/>
              <a:buChar char="●"/>
            </a:pPr>
            <a:r>
              <a:rPr b="1" lang="en" sz="1100"/>
              <a:t>A working program is 1/9th of a production product (Brooks)</a:t>
            </a:r>
            <a:endParaRPr b="1" sz="1100"/>
          </a:p>
          <a:p>
            <a:pPr indent="-161290" lvl="0" marL="182880" rtl="0" algn="l">
              <a:spcBef>
                <a:spcPts val="0"/>
              </a:spcBef>
              <a:spcAft>
                <a:spcPts val="0"/>
              </a:spcAft>
              <a:buSzPts val="1100"/>
              <a:buChar char="●"/>
            </a:pPr>
            <a:r>
              <a:rPr b="1" lang="en" sz="1100"/>
              <a:t>Vibe coders underestimate the prototype-to-production gap</a:t>
            </a:r>
            <a:endParaRPr b="1" sz="1100"/>
          </a:p>
        </p:txBody>
      </p:sp>
      <p:sp>
        <p:nvSpPr>
          <p:cNvPr id="89" name="Google Shape;89;p13"/>
          <p:cNvSpPr/>
          <p:nvPr/>
        </p:nvSpPr>
        <p:spPr>
          <a:xfrm>
            <a:off x="2529050" y="4024118"/>
            <a:ext cx="6251400" cy="686700"/>
          </a:xfrm>
          <a:prstGeom prst="rect">
            <a:avLst/>
          </a:prstGeom>
          <a:noFill/>
          <a:ln>
            <a:noFill/>
          </a:ln>
        </p:spPr>
        <p:txBody>
          <a:bodyPr anchorCtr="0" anchor="ctr" bIns="91425" lIns="91425" spcFirstLastPara="1" rIns="91425" wrap="square" tIns="91425">
            <a:noAutofit/>
          </a:bodyPr>
          <a:lstStyle/>
          <a:p>
            <a:pPr indent="-161290" lvl="0" marL="182880" rtl="0" algn="l">
              <a:spcBef>
                <a:spcPts val="0"/>
              </a:spcBef>
              <a:spcAft>
                <a:spcPts val="0"/>
              </a:spcAft>
              <a:buSzPts val="1100"/>
              <a:buChar char="●"/>
            </a:pPr>
            <a:r>
              <a:rPr b="1" lang="en" sz="1100"/>
              <a:t>Different sessions produce contradictory plans</a:t>
            </a:r>
            <a:endParaRPr b="1" sz="1100"/>
          </a:p>
          <a:p>
            <a:pPr indent="-161290" lvl="0" marL="182880" rtl="0" algn="l">
              <a:spcBef>
                <a:spcPts val="0"/>
              </a:spcBef>
              <a:spcAft>
                <a:spcPts val="0"/>
              </a:spcAft>
              <a:buSzPts val="1100"/>
              <a:buChar char="●"/>
            </a:pPr>
            <a:r>
              <a:rPr b="1" lang="en" sz="1100"/>
              <a:t>Humans must reconcile what agents cannot</a:t>
            </a:r>
            <a:endParaRPr b="1" sz="1100"/>
          </a:p>
        </p:txBody>
      </p:sp>
      <p:sp>
        <p:nvSpPr>
          <p:cNvPr id="90" name="Google Shape;90;p13"/>
          <p:cNvSpPr txBox="1"/>
          <p:nvPr/>
        </p:nvSpPr>
        <p:spPr>
          <a:xfrm>
            <a:off x="4154750" y="748545"/>
            <a:ext cx="30000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600" u="sng">
                <a:solidFill>
                  <a:schemeClr val="dk1"/>
                </a:solidFill>
              </a:rPr>
              <a:t>Evidence from the field</a:t>
            </a:r>
            <a:endParaRPr sz="1200" u="sng">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txBox="1"/>
          <p:nvPr>
            <p:ph type="title"/>
          </p:nvPr>
        </p:nvSpPr>
        <p:spPr>
          <a:xfrm>
            <a:off x="0" y="1"/>
            <a:ext cx="9144000" cy="504900"/>
          </a:xfrm>
          <a:prstGeom prst="rect">
            <a:avLst/>
          </a:prstGeom>
        </p:spPr>
        <p:txBody>
          <a:bodyPr anchorCtr="0" anchor="t" bIns="25700" lIns="51450" spcFirstLastPara="1" rIns="51450" wrap="square" tIns="25700">
            <a:noAutofit/>
          </a:bodyPr>
          <a:lstStyle/>
          <a:p>
            <a:pPr indent="0" lvl="0" marL="0" rtl="0" algn="l">
              <a:spcBef>
                <a:spcPts val="0"/>
              </a:spcBef>
              <a:spcAft>
                <a:spcPts val="0"/>
              </a:spcAft>
              <a:buNone/>
            </a:pPr>
            <a:r>
              <a:rPr lang="en"/>
              <a:t>The tools changed completely; the constraints are exactly the same</a:t>
            </a:r>
            <a:endParaRPr/>
          </a:p>
        </p:txBody>
      </p:sp>
      <p:sp>
        <p:nvSpPr>
          <p:cNvPr id="96" name="Google Shape;96;p14"/>
          <p:cNvSpPr txBox="1"/>
          <p:nvPr/>
        </p:nvSpPr>
        <p:spPr>
          <a:xfrm>
            <a:off x="0" y="4877475"/>
            <a:ext cx="3177600" cy="207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rPr>
              <a:t>Source: wesmckinney.com/blog/mythical-agent-month (Feb 2026)</a:t>
            </a:r>
            <a:endParaRPr sz="1000">
              <a:solidFill>
                <a:schemeClr val="dk1"/>
              </a:solidFill>
            </a:endParaRPr>
          </a:p>
        </p:txBody>
      </p:sp>
      <p:sp>
        <p:nvSpPr>
          <p:cNvPr id="97" name="Google Shape;97;p14"/>
          <p:cNvSpPr txBox="1"/>
          <p:nvPr/>
        </p:nvSpPr>
        <p:spPr>
          <a:xfrm>
            <a:off x="537475" y="1319925"/>
            <a:ext cx="7783200" cy="3693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1200"/>
              </a:spcBef>
              <a:spcAft>
                <a:spcPts val="1000"/>
              </a:spcAft>
              <a:buClr>
                <a:srgbClr val="1F1F1F"/>
              </a:buClr>
              <a:buSzPts val="1200"/>
              <a:buFont typeface="Roboto"/>
              <a:buChar char="●"/>
            </a:pPr>
            <a:r>
              <a:rPr b="1" lang="en" sz="1200">
                <a:solidFill>
                  <a:srgbClr val="1F1F1F"/>
                </a:solidFill>
              </a:rPr>
              <a:t>Essential vs accidental:</a:t>
            </a:r>
            <a:r>
              <a:rPr lang="en" sz="1200">
                <a:solidFill>
                  <a:srgbClr val="1F1F1F"/>
                </a:solidFill>
              </a:rPr>
              <a:t xml:space="preserve"> Brooks’s framework explains exactly why agents hit a ceiling</a:t>
            </a:r>
            <a:endParaRPr sz="1200"/>
          </a:p>
          <a:p>
            <a:pPr indent="-304800" lvl="0" marL="457200" rtl="0" algn="l">
              <a:lnSpc>
                <a:spcPct val="115000"/>
              </a:lnSpc>
              <a:spcBef>
                <a:spcPts val="1200"/>
              </a:spcBef>
              <a:spcAft>
                <a:spcPts val="1000"/>
              </a:spcAft>
              <a:buClr>
                <a:srgbClr val="1F1F1F"/>
              </a:buClr>
              <a:buSzPts val="1200"/>
              <a:buFont typeface="Roboto"/>
              <a:buChar char="●"/>
            </a:pPr>
            <a:r>
              <a:rPr b="1" lang="en" sz="1200">
                <a:solidFill>
                  <a:srgbClr val="1F1F1F"/>
                </a:solidFill>
              </a:rPr>
              <a:t>Paradox:</a:t>
            </a:r>
            <a:r>
              <a:rPr lang="en" sz="1200">
                <a:solidFill>
                  <a:srgbClr val="1F1F1F"/>
                </a:solidFill>
              </a:rPr>
              <a:t xml:space="preserve"> Agents accelerate the easy part while making the hard part potentially harder</a:t>
            </a:r>
            <a:endParaRPr sz="1200"/>
          </a:p>
          <a:p>
            <a:pPr indent="-304800" lvl="0" marL="457200" rtl="0" algn="l">
              <a:lnSpc>
                <a:spcPct val="115000"/>
              </a:lnSpc>
              <a:spcBef>
                <a:spcPts val="1200"/>
              </a:spcBef>
              <a:spcAft>
                <a:spcPts val="1000"/>
              </a:spcAft>
              <a:buClr>
                <a:srgbClr val="1F1F1F"/>
              </a:buClr>
              <a:buSzPts val="1200"/>
              <a:buFont typeface="Roboto"/>
              <a:buChar char="●"/>
            </a:pPr>
            <a:r>
              <a:rPr b="1" lang="en" sz="1200">
                <a:solidFill>
                  <a:srgbClr val="1F1F1F"/>
                </a:solidFill>
              </a:rPr>
              <a:t>Free code ≠ free software:</a:t>
            </a:r>
            <a:r>
              <a:rPr lang="en" sz="1200">
                <a:solidFill>
                  <a:srgbClr val="1F1F1F"/>
                </a:solidFill>
              </a:rPr>
              <a:t xml:space="preserve"> generation cost converging to zero doesn’t mean maintenance is free</a:t>
            </a:r>
            <a:endParaRPr sz="1200"/>
          </a:p>
          <a:p>
            <a:pPr indent="-304800" lvl="0" marL="457200" rtl="0" algn="l">
              <a:lnSpc>
                <a:spcPct val="115000"/>
              </a:lnSpc>
              <a:spcBef>
                <a:spcPts val="1200"/>
              </a:spcBef>
              <a:spcAft>
                <a:spcPts val="1000"/>
              </a:spcAft>
              <a:buClr>
                <a:srgbClr val="1F1F1F"/>
              </a:buClr>
              <a:buSzPts val="1200"/>
              <a:buFont typeface="Roboto"/>
              <a:buChar char="●"/>
            </a:pPr>
            <a:r>
              <a:rPr b="1" lang="en" sz="1200">
                <a:solidFill>
                  <a:srgbClr val="1F1F1F"/>
                </a:solidFill>
              </a:rPr>
              <a:t>Humans in the loop:</a:t>
            </a:r>
            <a:r>
              <a:rPr lang="en" sz="1200">
                <a:solidFill>
                  <a:srgbClr val="1F1F1F"/>
                </a:solidFill>
              </a:rPr>
              <a:t xml:space="preserve"> expert judgment remains essential, even without manual coding</a:t>
            </a:r>
            <a:endParaRPr sz="1200"/>
          </a:p>
          <a:p>
            <a:pPr indent="-304800" lvl="0" marL="457200" rtl="0" algn="l">
              <a:lnSpc>
                <a:spcPct val="115000"/>
              </a:lnSpc>
              <a:spcBef>
                <a:spcPts val="1200"/>
              </a:spcBef>
              <a:spcAft>
                <a:spcPts val="1000"/>
              </a:spcAft>
              <a:buClr>
                <a:srgbClr val="1F1F1F"/>
              </a:buClr>
              <a:buSzPts val="1200"/>
              <a:buFont typeface="Roboto"/>
              <a:buChar char="●"/>
            </a:pPr>
            <a:r>
              <a:rPr b="1" lang="en" sz="1200">
                <a:solidFill>
                  <a:srgbClr val="1F1F1F"/>
                </a:solidFill>
              </a:rPr>
              <a:t>Open question:</a:t>
            </a:r>
            <a:r>
              <a:rPr lang="en" sz="1200">
                <a:solidFill>
                  <a:srgbClr val="1F1F1F"/>
                </a:solidFill>
              </a:rPr>
              <a:t xml:space="preserve"> is this a ceiling or a plateau? The models are getting better fast</a:t>
            </a:r>
            <a:endParaRPr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2"/>
          <p:cNvSpPr txBox="1"/>
          <p:nvPr>
            <p:ph type="title"/>
          </p:nvPr>
        </p:nvSpPr>
        <p:spPr>
          <a:xfrm>
            <a:off x="0" y="1"/>
            <a:ext cx="9144000" cy="504900"/>
          </a:xfrm>
          <a:prstGeom prst="rect">
            <a:avLst/>
          </a:prstGeom>
        </p:spPr>
        <p:txBody>
          <a:bodyPr anchorCtr="0" anchor="t" bIns="25700" lIns="51450" spcFirstLastPara="1" rIns="51450" wrap="square" tIns="25700">
            <a:noAutofit/>
          </a:bodyPr>
          <a:lstStyle/>
          <a:p>
            <a:pPr indent="0" lvl="0" marL="0" rtl="0" algn="l">
              <a:spcBef>
                <a:spcPts val="0"/>
              </a:spcBef>
              <a:spcAft>
                <a:spcPts val="0"/>
              </a:spcAft>
              <a:buNone/>
            </a:pPr>
            <a:r>
              <a:rPr lang="en"/>
              <a:t>When generating code is free, three new failure modes emerge</a:t>
            </a:r>
            <a:endParaRPr/>
          </a:p>
        </p:txBody>
      </p:sp>
      <p:sp>
        <p:nvSpPr>
          <p:cNvPr id="71" name="Google Shape;71;p12"/>
          <p:cNvSpPr/>
          <p:nvPr/>
        </p:nvSpPr>
        <p:spPr>
          <a:xfrm>
            <a:off x="523875" y="1326700"/>
            <a:ext cx="2189700" cy="700800"/>
          </a:xfrm>
          <a:prstGeom prst="rect">
            <a:avLst/>
          </a:prstGeom>
          <a:solidFill>
            <a:srgbClr val="003A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rPr>
              <a:t>Agentic scope creep</a:t>
            </a:r>
            <a:endParaRPr b="1" sz="1100">
              <a:solidFill>
                <a:schemeClr val="lt1"/>
              </a:solidFill>
            </a:endParaRPr>
          </a:p>
        </p:txBody>
      </p:sp>
      <p:sp>
        <p:nvSpPr>
          <p:cNvPr id="72" name="Google Shape;72;p12"/>
          <p:cNvSpPr/>
          <p:nvPr/>
        </p:nvSpPr>
        <p:spPr>
          <a:xfrm>
            <a:off x="3415893" y="1326700"/>
            <a:ext cx="2189700" cy="700800"/>
          </a:xfrm>
          <a:prstGeom prst="rect">
            <a:avLst/>
          </a:prstGeom>
          <a:solidFill>
            <a:srgbClr val="003A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rPr>
              <a:t>The brownfield barrier</a:t>
            </a:r>
            <a:endParaRPr b="1" sz="1100">
              <a:solidFill>
                <a:schemeClr val="lt1"/>
              </a:solidFill>
            </a:endParaRPr>
          </a:p>
        </p:txBody>
      </p:sp>
      <p:sp>
        <p:nvSpPr>
          <p:cNvPr id="73" name="Google Shape;73;p12"/>
          <p:cNvSpPr/>
          <p:nvPr/>
        </p:nvSpPr>
        <p:spPr>
          <a:xfrm>
            <a:off x="6307911" y="1326700"/>
            <a:ext cx="2189700" cy="700800"/>
          </a:xfrm>
          <a:prstGeom prst="rect">
            <a:avLst/>
          </a:prstGeom>
          <a:solidFill>
            <a:srgbClr val="003A6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100">
                <a:solidFill>
                  <a:schemeClr val="lt1"/>
                </a:solidFill>
              </a:rPr>
              <a:t>Conway’s Law breaks down</a:t>
            </a:r>
            <a:endParaRPr b="1" sz="1100">
              <a:solidFill>
                <a:schemeClr val="lt1"/>
              </a:solidFill>
            </a:endParaRPr>
          </a:p>
        </p:txBody>
      </p:sp>
      <p:sp>
        <p:nvSpPr>
          <p:cNvPr id="74" name="Google Shape;74;p12"/>
          <p:cNvSpPr/>
          <p:nvPr/>
        </p:nvSpPr>
        <p:spPr>
          <a:xfrm>
            <a:off x="523875" y="2183950"/>
            <a:ext cx="2189700" cy="76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sz="900">
                <a:solidFill>
                  <a:schemeClr val="dk1"/>
                </a:solidFill>
              </a:rPr>
              <a:t>Every “can you just...?” is cheap to build but expensive to maintain</a:t>
            </a:r>
            <a:endParaRPr b="1" i="1" sz="900"/>
          </a:p>
        </p:txBody>
      </p:sp>
      <p:sp>
        <p:nvSpPr>
          <p:cNvPr id="75" name="Google Shape;75;p12"/>
          <p:cNvSpPr/>
          <p:nvPr/>
        </p:nvSpPr>
        <p:spPr>
          <a:xfrm>
            <a:off x="3415900" y="2183950"/>
            <a:ext cx="2189700" cy="76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i="1" lang="en" sz="900">
                <a:solidFill>
                  <a:schemeClr val="dk1"/>
                </a:solidFill>
              </a:rPr>
              <a:t>Past ~100K LOC, agents choke on their own output</a:t>
            </a:r>
            <a:endParaRPr b="1" i="1" sz="900"/>
          </a:p>
        </p:txBody>
      </p:sp>
      <p:sp>
        <p:nvSpPr>
          <p:cNvPr id="76" name="Google Shape;76;p12"/>
          <p:cNvSpPr/>
          <p:nvPr/>
        </p:nvSpPr>
        <p:spPr>
          <a:xfrm>
            <a:off x="6307925" y="2183950"/>
            <a:ext cx="2189700" cy="762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i="1" lang="en" sz="900">
                <a:solidFill>
                  <a:schemeClr val="dk1"/>
                </a:solidFill>
              </a:rPr>
              <a:t>Agent “teams” have no persistent memory or shared understanding</a:t>
            </a:r>
            <a:endParaRPr b="1" i="1" sz="900">
              <a:solidFill>
                <a:schemeClr val="dk1"/>
              </a:solidFill>
            </a:endParaRPr>
          </a:p>
          <a:p>
            <a:pPr indent="0" lvl="0" marL="0" rtl="0" algn="l">
              <a:spcBef>
                <a:spcPts val="0"/>
              </a:spcBef>
              <a:spcAft>
                <a:spcPts val="0"/>
              </a:spcAft>
              <a:buNone/>
            </a:pPr>
            <a:r>
              <a:t/>
            </a:r>
            <a:endParaRPr b="1" i="1" sz="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1"/>
          <p:cNvSpPr txBox="1"/>
          <p:nvPr>
            <p:ph type="title"/>
          </p:nvPr>
        </p:nvSpPr>
        <p:spPr>
          <a:xfrm>
            <a:off x="0" y="1"/>
            <a:ext cx="9144000" cy="5049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a:t>Agents solve old accidental complexity by generating new accidental complexity</a:t>
            </a:r>
            <a:endParaRPr/>
          </a:p>
        </p:txBody>
      </p:sp>
      <p:sp>
        <p:nvSpPr>
          <p:cNvPr id="65" name="Google Shape;65;p11"/>
          <p:cNvSpPr txBox="1"/>
          <p:nvPr>
            <p:ph idx="1" type="body"/>
          </p:nvPr>
        </p:nvSpPr>
        <p:spPr>
          <a:xfrm>
            <a:off x="628650" y="1160396"/>
            <a:ext cx="7886700" cy="3263400"/>
          </a:xfrm>
          <a:prstGeom prst="rect">
            <a:avLst/>
          </a:prstGeom>
        </p:spPr>
        <p:txBody>
          <a:bodyPr anchorCtr="0" anchor="t" bIns="34275" lIns="68575" spcFirstLastPara="1" rIns="68575" wrap="square" tIns="34275">
            <a:noAutofit/>
          </a:bodyPr>
          <a:lstStyle/>
          <a:p>
            <a:pPr indent="0" lvl="0" marL="0" rtl="0" algn="l">
              <a:spcBef>
                <a:spcPts val="800"/>
              </a:spcBef>
              <a:spcAft>
                <a:spcPts val="400"/>
              </a:spcAft>
              <a:buNone/>
            </a:pPr>
            <a:r>
              <a:rPr lang="en" sz="1200"/>
              <a:t>Agents propose overwrought solutions when simple ones would do. They generate defensive boilerplate rarely needed in practice. The result: codebases inevitably larger and more complex than anything built by human hand.</a:t>
            </a:r>
          </a:p>
          <a:p>
            <a:pPr indent="0" lvl="0" marL="0" rtl="0" algn="l">
              <a:spcBef>
                <a:spcPts val="400"/>
              </a:spcBef>
              <a:spcAft>
                <a:spcPts val="400"/>
              </a:spcAft>
              <a:buNone/>
            </a:pPr>
            <a:r>
              <a:rPr lang="en" sz="1200"/>
              <a:t>This is technical debt accrued at machine speed. McKinney is already hitting a “brownfield barrier” around 100K lines of code, watching agents chase their own tails in the bloated codebases they generated. At Posit, agents struggle significantly in 1M+ line codebases like Positron (a VSCode fork).</a:t>
            </a:r>
          </a:p>
          <a:p>
            <a:pPr indent="0" lvl="0" marL="0" rtl="0" algn="l">
              <a:spcBef>
                <a:spcPts val="400"/>
              </a:spcBef>
              <a:spcAft>
                <a:spcPts val="400"/>
              </a:spcAft>
              <a:buNone/>
            </a:pPr>
            <a:r>
              <a:rPr lang="en" sz="1200"/>
              <a:t>Every new change has to hack through the code jungle created by prior agent sessions. This supports Brooks’s complexity scaling argument—the question is whether this is a ceiling or a plateau.</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1"/>
          <p:cNvSpPr txBox="1"/>
          <p:nvPr>
            <p:ph type="title"/>
          </p:nvPr>
        </p:nvSpPr>
        <p:spPr>
          <a:xfrm>
            <a:off x="0" y="1"/>
            <a:ext cx="9144000" cy="504900"/>
          </a:xfrm>
          <a:prstGeom prst="rect">
            <a:avLst/>
          </a:prstGeom>
        </p:spPr>
        <p:txBody>
          <a:bodyPr anchorCtr="0" anchor="t" bIns="34275" lIns="68575" spcFirstLastPara="1" rIns="68575" wrap="square" tIns="34275">
            <a:noAutofit/>
          </a:bodyPr>
          <a:lstStyle/>
          <a:p>
            <a:pPr indent="0" lvl="0" marL="0" rtl="0" algn="l">
              <a:spcBef>
                <a:spcPts val="0"/>
              </a:spcBef>
              <a:spcAft>
                <a:spcPts val="0"/>
              </a:spcAft>
              <a:buNone/>
            </a:pPr>
            <a:r>
              <a:rPr lang="en"/>
              <a:t>Design, taste, and knowing when to say no are the real bottleneck</a:t>
            </a:r>
            <a:endParaRPr/>
          </a:p>
        </p:txBody>
      </p:sp>
      <p:sp>
        <p:nvSpPr>
          <p:cNvPr id="65" name="Google Shape;65;p11"/>
          <p:cNvSpPr txBox="1"/>
          <p:nvPr>
            <p:ph idx="1" type="body"/>
          </p:nvPr>
        </p:nvSpPr>
        <p:spPr>
          <a:xfrm>
            <a:off x="628650" y="1160396"/>
            <a:ext cx="7886700" cy="3263400"/>
          </a:xfrm>
          <a:prstGeom prst="rect">
            <a:avLst/>
          </a:prstGeom>
        </p:spPr>
        <p:txBody>
          <a:bodyPr anchorCtr="0" anchor="t" bIns="34275" lIns="68575" spcFirstLastPara="1" rIns="68575" wrap="square" tIns="34275">
            <a:noAutofit/>
          </a:bodyPr>
          <a:lstStyle/>
          <a:p>
            <a:pPr indent="0" lvl="0" marL="0" rtl="0" algn="l">
              <a:spcBef>
                <a:spcPts val="800"/>
              </a:spcBef>
              <a:spcAft>
                <a:spcPts val="400"/>
              </a:spcAft>
              <a:buNone/>
            </a:pPr>
            <a:r>
              <a:rPr lang="en" sz="1200"/>
              <a:t>The bottleneck was never hands on keyboards. The developers who thrive in the agentic era won’t run the most parallel sessions or burn the most tokens. They’ll hold their project’s conceptual model in mind, be shrewd about what to build and what to leave out, and exercise taste over enormous output.</a:t>
            </a:r>
          </a:p>
          <a:p>
            <a:pPr indent="0" lvl="0" marL="0" rtl="0" algn="l">
              <a:spcBef>
                <a:spcPts val="400"/>
              </a:spcBef>
              <a:spcAft>
                <a:spcPts val="400"/>
              </a:spcAft>
              <a:buNone/>
            </a:pPr>
            <a:r>
              <a:rPr lang="en" sz="1200"/>
              <a:t>McKinney’s prediction: the median software consulting shop is toast. But the 1% tail—problems inaccessible to most engineers—will still require expert humans in the loop, even if they never write a line by hand. The coding is easier and more fun; the hard work is deciding what to build.</a:t>
            </a:r>
          </a:p>
          <a:p>
            <a:pPr indent="0" lvl="0" marL="0" rtl="0" algn="l">
              <a:spcBef>
                <a:spcPts val="400"/>
              </a:spcBef>
              <a:spcAft>
                <a:spcPts val="400"/>
              </a:spcAft>
              <a:buNone/>
            </a:pPr>
            <a:r>
              <a:rPr lang="en" sz="1200"/>
              <a:t>As an adjacent example: world-class physicists at OpenAI used AI to formulate and solve a hard physics problem. Without such experts, it’s doubtful LLMs could both pose the questions and arrive at solutions.</a:t>
            </a: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ategy Template">
  <a:themeElements>
    <a:clrScheme name="Capital One">
      <a:dk1>
        <a:srgbClr val="000000"/>
      </a:dk1>
      <a:lt1>
        <a:srgbClr val="FFFFFF"/>
      </a:lt1>
      <a:dk2>
        <a:srgbClr val="003A6F"/>
      </a:dk2>
      <a:lt2>
        <a:srgbClr val="808080"/>
      </a:lt2>
      <a:accent1>
        <a:srgbClr val="FFE512"/>
      </a:accent1>
      <a:accent2>
        <a:srgbClr val="000099"/>
      </a:accent2>
      <a:accent3>
        <a:srgbClr val="00AB39"/>
      </a:accent3>
      <a:accent4>
        <a:srgbClr val="A12830"/>
      </a:accent4>
      <a:accent5>
        <a:srgbClr val="FFC000"/>
      </a:accent5>
      <a:accent6>
        <a:srgbClr val="FF5C00"/>
      </a:accent6>
      <a:hlink>
        <a:srgbClr val="000099"/>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